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B583FF-1FE6-4090-A320-939E1D23EF2E}" v="14" dt="2024-02-10T19:46:52.9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58" d="100"/>
          <a:sy n="158" d="100"/>
        </p:scale>
        <p:origin x="-336" y="-90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vek Nair" userId="dc2bc67c-3e2d-4929-b084-be75e6dd7c0a" providerId="ADAL" clId="{B5B583FF-1FE6-4090-A320-939E1D23EF2E}"/>
    <pc:docChg chg="modSld">
      <pc:chgData name="Vivek Nair" userId="dc2bc67c-3e2d-4929-b084-be75e6dd7c0a" providerId="ADAL" clId="{B5B583FF-1FE6-4090-A320-939E1D23EF2E}" dt="2024-02-10T19:46:52.963" v="86"/>
      <pc:docMkLst>
        <pc:docMk/>
      </pc:docMkLst>
      <pc:sldChg chg="addSp modSp mod">
        <pc:chgData name="Vivek Nair" userId="dc2bc67c-3e2d-4929-b084-be75e6dd7c0a" providerId="ADAL" clId="{B5B583FF-1FE6-4090-A320-939E1D23EF2E}" dt="2024-02-10T19:46:52.963" v="86"/>
        <pc:sldMkLst>
          <pc:docMk/>
          <pc:sldMk cId="1145998591" sldId="257"/>
        </pc:sldMkLst>
        <pc:spChg chg="add mod">
          <ac:chgData name="Vivek Nair" userId="dc2bc67c-3e2d-4929-b084-be75e6dd7c0a" providerId="ADAL" clId="{B5B583FF-1FE6-4090-A320-939E1D23EF2E}" dt="2024-02-10T19:37:30.888" v="43" actId="14100"/>
          <ac:spMkLst>
            <pc:docMk/>
            <pc:sldMk cId="1145998591" sldId="257"/>
            <ac:spMk id="2" creationId="{0AE2397B-0C3E-EE3A-4697-8773561D079C}"/>
          </ac:spMkLst>
        </pc:spChg>
        <pc:spChg chg="add mod">
          <ac:chgData name="Vivek Nair" userId="dc2bc67c-3e2d-4929-b084-be75e6dd7c0a" providerId="ADAL" clId="{B5B583FF-1FE6-4090-A320-939E1D23EF2E}" dt="2024-02-10T19:40:11.816" v="67" actId="14100"/>
          <ac:spMkLst>
            <pc:docMk/>
            <pc:sldMk cId="1145998591" sldId="257"/>
            <ac:spMk id="6" creationId="{B97D2760-F2DF-64E6-9E6E-3CCD700C1945}"/>
          </ac:spMkLst>
        </pc:spChg>
        <pc:spChg chg="mod">
          <ac:chgData name="Vivek Nair" userId="dc2bc67c-3e2d-4929-b084-be75e6dd7c0a" providerId="ADAL" clId="{B5B583FF-1FE6-4090-A320-939E1D23EF2E}" dt="2024-02-10T19:46:37.532" v="84" actId="1076"/>
          <ac:spMkLst>
            <pc:docMk/>
            <pc:sldMk cId="1145998591" sldId="257"/>
            <ac:spMk id="11" creationId="{BBC38887-36C0-BD83-FC50-26F0E1D22734}"/>
          </ac:spMkLst>
        </pc:spChg>
        <pc:spChg chg="add mod">
          <ac:chgData name="Vivek Nair" userId="dc2bc67c-3e2d-4929-b084-be75e6dd7c0a" providerId="ADAL" clId="{B5B583FF-1FE6-4090-A320-939E1D23EF2E}" dt="2024-02-10T19:44:28.779" v="82" actId="13822"/>
          <ac:spMkLst>
            <pc:docMk/>
            <pc:sldMk cId="1145998591" sldId="257"/>
            <ac:spMk id="15" creationId="{BA6EFA69-0DDC-7C71-3925-F645F26C44A2}"/>
          </ac:spMkLst>
        </pc:spChg>
        <pc:spChg chg="mod">
          <ac:chgData name="Vivek Nair" userId="dc2bc67c-3e2d-4929-b084-be75e6dd7c0a" providerId="ADAL" clId="{B5B583FF-1FE6-4090-A320-939E1D23EF2E}" dt="2024-02-08T09:26:35.282" v="7" actId="14100"/>
          <ac:spMkLst>
            <pc:docMk/>
            <pc:sldMk cId="1145998591" sldId="257"/>
            <ac:spMk id="17" creationId="{DD68D4D2-2A53-A236-85BD-E75BAE1E5B19}"/>
          </ac:spMkLst>
        </pc:spChg>
        <pc:spChg chg="mod">
          <ac:chgData name="Vivek Nair" userId="dc2bc67c-3e2d-4929-b084-be75e6dd7c0a" providerId="ADAL" clId="{B5B583FF-1FE6-4090-A320-939E1D23EF2E}" dt="2024-02-10T19:13:39.080" v="18" actId="1076"/>
          <ac:spMkLst>
            <pc:docMk/>
            <pc:sldMk cId="1145998591" sldId="257"/>
            <ac:spMk id="19" creationId="{230E8D5D-AC03-3F02-6815-A948B1B5B0A0}"/>
          </ac:spMkLst>
        </pc:spChg>
        <pc:spChg chg="mod">
          <ac:chgData name="Vivek Nair" userId="dc2bc67c-3e2d-4929-b084-be75e6dd7c0a" providerId="ADAL" clId="{B5B583FF-1FE6-4090-A320-939E1D23EF2E}" dt="2024-02-10T19:15:37.008" v="20" actId="1076"/>
          <ac:spMkLst>
            <pc:docMk/>
            <pc:sldMk cId="1145998591" sldId="257"/>
            <ac:spMk id="21" creationId="{B78D02A4-7548-F680-5212-585352C6FB3B}"/>
          </ac:spMkLst>
        </pc:spChg>
        <pc:graphicFrameChg chg="mod">
          <ac:chgData name="Vivek Nair" userId="dc2bc67c-3e2d-4929-b084-be75e6dd7c0a" providerId="ADAL" clId="{B5B583FF-1FE6-4090-A320-939E1D23EF2E}" dt="2024-02-10T19:46:52.963" v="86"/>
          <ac:graphicFrameMkLst>
            <pc:docMk/>
            <pc:sldMk cId="1145998591" sldId="257"/>
            <ac:graphicFrameMk id="16" creationId="{6EE2C95A-A359-0B15-6048-205A4F9D4049}"/>
          </ac:graphicFrameMkLst>
        </pc:graphicFrameChg>
        <pc:graphicFrameChg chg="mod">
          <ac:chgData name="Vivek Nair" userId="dc2bc67c-3e2d-4929-b084-be75e6dd7c0a" providerId="ADAL" clId="{B5B583FF-1FE6-4090-A320-939E1D23EF2E}" dt="2024-02-10T19:11:01.185" v="8"/>
          <ac:graphicFrameMkLst>
            <pc:docMk/>
            <pc:sldMk cId="1145998591" sldId="257"/>
            <ac:graphicFrameMk id="20" creationId="{55A8BD4E-5BF3-3A0F-A8A3-02F8CBE33BA7}"/>
          </ac:graphicFrameMkLst>
        </pc:graphicFrameChg>
        <pc:picChg chg="mod">
          <ac:chgData name="Vivek Nair" userId="dc2bc67c-3e2d-4929-b084-be75e6dd7c0a" providerId="ADAL" clId="{B5B583FF-1FE6-4090-A320-939E1D23EF2E}" dt="2024-02-10T19:46:14.649" v="83" actId="14100"/>
          <ac:picMkLst>
            <pc:docMk/>
            <pc:sldMk cId="1145998591" sldId="257"/>
            <ac:picMk id="3" creationId="{969A823E-ECDF-727B-0E1D-E71AEA5D4272}"/>
          </ac:picMkLst>
        </pc:picChg>
        <pc:picChg chg="add mod">
          <ac:chgData name="Vivek Nair" userId="dc2bc67c-3e2d-4929-b084-be75e6dd7c0a" providerId="ADAL" clId="{B5B583FF-1FE6-4090-A320-939E1D23EF2E}" dt="2024-02-08T09:26:13.618" v="6" actId="1076"/>
          <ac:picMkLst>
            <pc:docMk/>
            <pc:sldMk cId="1145998591" sldId="257"/>
            <ac:picMk id="1034" creationId="{844F4EC9-8622-39CC-B841-A2D8CF4C80BF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04BD00-EE67-4414-8D8F-140638270874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IN"/>
        </a:p>
      </dgm:t>
    </dgm:pt>
    <dgm:pt modelId="{9FFCB053-A0EC-489C-88FD-99F4440C737E}">
      <dgm:prSet custT="1"/>
      <dgm:spPr/>
      <dgm:t>
        <a:bodyPr/>
        <a:lstStyle/>
        <a:p>
          <a:pPr algn="ctr"/>
          <a:r>
            <a:rPr lang="hi-IN" sz="1800" b="1" dirty="0"/>
            <a:t>वेटिवर घास के अनुप्रयोग</a:t>
          </a:r>
          <a:endParaRPr lang="en-IN" sz="1800" b="1" dirty="0"/>
        </a:p>
      </dgm:t>
    </dgm:pt>
    <dgm:pt modelId="{008D918A-F4B6-4D55-A352-A69A096423F0}" type="parTrans" cxnId="{441B71F5-395E-4CE0-B639-6C699D5ABA99}">
      <dgm:prSet/>
      <dgm:spPr/>
      <dgm:t>
        <a:bodyPr/>
        <a:lstStyle/>
        <a:p>
          <a:endParaRPr lang="en-IN"/>
        </a:p>
      </dgm:t>
    </dgm:pt>
    <dgm:pt modelId="{C63396A0-F83E-4F0C-8A72-3C186F69605C}" type="sibTrans" cxnId="{441B71F5-395E-4CE0-B639-6C699D5ABA99}">
      <dgm:prSet/>
      <dgm:spPr/>
      <dgm:t>
        <a:bodyPr/>
        <a:lstStyle/>
        <a:p>
          <a:endParaRPr lang="en-IN"/>
        </a:p>
      </dgm:t>
    </dgm:pt>
    <dgm:pt modelId="{DC845560-334A-4BEF-A47D-394BEBB60357}" type="pres">
      <dgm:prSet presAssocID="{4C04BD00-EE67-4414-8D8F-140638270874}" presName="linear" presStyleCnt="0">
        <dgm:presLayoutVars>
          <dgm:animLvl val="lvl"/>
          <dgm:resizeHandles val="exact"/>
        </dgm:presLayoutVars>
      </dgm:prSet>
      <dgm:spPr/>
    </dgm:pt>
    <dgm:pt modelId="{87DFE928-96F7-4EBD-9345-777FF3B883E8}" type="pres">
      <dgm:prSet presAssocID="{9FFCB053-A0EC-489C-88FD-99F4440C737E}" presName="parentText" presStyleLbl="node1" presStyleIdx="0" presStyleCnt="1" custAng="0" custScaleY="51173" custLinFactNeighborX="1809" custLinFactNeighborY="-142">
        <dgm:presLayoutVars>
          <dgm:chMax val="0"/>
          <dgm:bulletEnabled val="1"/>
        </dgm:presLayoutVars>
      </dgm:prSet>
      <dgm:spPr/>
    </dgm:pt>
  </dgm:ptLst>
  <dgm:cxnLst>
    <dgm:cxn modelId="{224F552B-9B9A-48C7-8195-EEBD5F435E77}" type="presOf" srcId="{9FFCB053-A0EC-489C-88FD-99F4440C737E}" destId="{87DFE928-96F7-4EBD-9345-777FF3B883E8}" srcOrd="0" destOrd="0" presId="urn:microsoft.com/office/officeart/2005/8/layout/vList2"/>
    <dgm:cxn modelId="{426616A6-21B4-48EB-8067-704432F1BD04}" type="presOf" srcId="{4C04BD00-EE67-4414-8D8F-140638270874}" destId="{DC845560-334A-4BEF-A47D-394BEBB60357}" srcOrd="0" destOrd="0" presId="urn:microsoft.com/office/officeart/2005/8/layout/vList2"/>
    <dgm:cxn modelId="{441B71F5-395E-4CE0-B639-6C699D5ABA99}" srcId="{4C04BD00-EE67-4414-8D8F-140638270874}" destId="{9FFCB053-A0EC-489C-88FD-99F4440C737E}" srcOrd="0" destOrd="0" parTransId="{008D918A-F4B6-4D55-A352-A69A096423F0}" sibTransId="{C63396A0-F83E-4F0C-8A72-3C186F69605C}"/>
    <dgm:cxn modelId="{A4900629-9A1F-4D73-9FE2-3E02F21FCDA4}" type="presParOf" srcId="{DC845560-334A-4BEF-A47D-394BEBB60357}" destId="{87DFE928-96F7-4EBD-9345-777FF3B883E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C04BD00-EE67-4414-8D8F-140638270874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IN"/>
        </a:p>
      </dgm:t>
    </dgm:pt>
    <dgm:pt modelId="{9FFCB053-A0EC-489C-88FD-99F4440C737E}">
      <dgm:prSet custT="1"/>
      <dgm:spPr/>
      <dgm:t>
        <a:bodyPr/>
        <a:lstStyle/>
        <a:p>
          <a:pPr algn="ctr"/>
          <a:r>
            <a:rPr lang="hi-IN" sz="1800" b="1" dirty="0"/>
            <a:t>वेटिवर घास के फायदे</a:t>
          </a:r>
          <a:endParaRPr lang="en-IN" sz="1800" b="1" dirty="0"/>
        </a:p>
      </dgm:t>
    </dgm:pt>
    <dgm:pt modelId="{008D918A-F4B6-4D55-A352-A69A096423F0}" type="parTrans" cxnId="{441B71F5-395E-4CE0-B639-6C699D5ABA99}">
      <dgm:prSet/>
      <dgm:spPr/>
      <dgm:t>
        <a:bodyPr/>
        <a:lstStyle/>
        <a:p>
          <a:endParaRPr lang="en-IN"/>
        </a:p>
      </dgm:t>
    </dgm:pt>
    <dgm:pt modelId="{C63396A0-F83E-4F0C-8A72-3C186F69605C}" type="sibTrans" cxnId="{441B71F5-395E-4CE0-B639-6C699D5ABA99}">
      <dgm:prSet/>
      <dgm:spPr/>
      <dgm:t>
        <a:bodyPr/>
        <a:lstStyle/>
        <a:p>
          <a:endParaRPr lang="en-IN"/>
        </a:p>
      </dgm:t>
    </dgm:pt>
    <dgm:pt modelId="{DC845560-334A-4BEF-A47D-394BEBB60357}" type="pres">
      <dgm:prSet presAssocID="{4C04BD00-EE67-4414-8D8F-140638270874}" presName="linear" presStyleCnt="0">
        <dgm:presLayoutVars>
          <dgm:animLvl val="lvl"/>
          <dgm:resizeHandles val="exact"/>
        </dgm:presLayoutVars>
      </dgm:prSet>
      <dgm:spPr/>
    </dgm:pt>
    <dgm:pt modelId="{87DFE928-96F7-4EBD-9345-777FF3B883E8}" type="pres">
      <dgm:prSet presAssocID="{9FFCB053-A0EC-489C-88FD-99F4440C737E}" presName="parentText" presStyleLbl="node1" presStyleIdx="0" presStyleCnt="1" custScaleY="51173" custLinFactNeighborX="-2" custLinFactNeighborY="-7203">
        <dgm:presLayoutVars>
          <dgm:chMax val="0"/>
          <dgm:bulletEnabled val="1"/>
        </dgm:presLayoutVars>
      </dgm:prSet>
      <dgm:spPr/>
    </dgm:pt>
  </dgm:ptLst>
  <dgm:cxnLst>
    <dgm:cxn modelId="{224F552B-9B9A-48C7-8195-EEBD5F435E77}" type="presOf" srcId="{9FFCB053-A0EC-489C-88FD-99F4440C737E}" destId="{87DFE928-96F7-4EBD-9345-777FF3B883E8}" srcOrd="0" destOrd="0" presId="urn:microsoft.com/office/officeart/2005/8/layout/vList2"/>
    <dgm:cxn modelId="{426616A6-21B4-48EB-8067-704432F1BD04}" type="presOf" srcId="{4C04BD00-EE67-4414-8D8F-140638270874}" destId="{DC845560-334A-4BEF-A47D-394BEBB60357}" srcOrd="0" destOrd="0" presId="urn:microsoft.com/office/officeart/2005/8/layout/vList2"/>
    <dgm:cxn modelId="{441B71F5-395E-4CE0-B639-6C699D5ABA99}" srcId="{4C04BD00-EE67-4414-8D8F-140638270874}" destId="{9FFCB053-A0EC-489C-88FD-99F4440C737E}" srcOrd="0" destOrd="0" parTransId="{008D918A-F4B6-4D55-A352-A69A096423F0}" sibTransId="{C63396A0-F83E-4F0C-8A72-3C186F69605C}"/>
    <dgm:cxn modelId="{A4900629-9A1F-4D73-9FE2-3E02F21FCDA4}" type="presParOf" srcId="{DC845560-334A-4BEF-A47D-394BEBB60357}" destId="{87DFE928-96F7-4EBD-9345-777FF3B883E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2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DFE928-96F7-4EBD-9345-777FF3B883E8}">
      <dsp:nvSpPr>
        <dsp:cNvPr id="0" name=""/>
        <dsp:cNvSpPr/>
      </dsp:nvSpPr>
      <dsp:spPr>
        <a:xfrm>
          <a:off x="0" y="13894"/>
          <a:ext cx="2889295" cy="62267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i-IN" sz="1800" b="1" kern="1200" dirty="0"/>
            <a:t>वेटिवर घास के अनुप्रयोग</a:t>
          </a:r>
          <a:endParaRPr lang="en-IN" sz="1800" b="1" kern="1200" dirty="0"/>
        </a:p>
      </dsp:txBody>
      <dsp:txXfrm>
        <a:off x="30396" y="44290"/>
        <a:ext cx="2828503" cy="5618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DFE928-96F7-4EBD-9345-777FF3B883E8}">
      <dsp:nvSpPr>
        <dsp:cNvPr id="0" name=""/>
        <dsp:cNvSpPr/>
      </dsp:nvSpPr>
      <dsp:spPr>
        <a:xfrm>
          <a:off x="0" y="0"/>
          <a:ext cx="2889295" cy="62267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i-IN" sz="1800" b="1" kern="1200" dirty="0"/>
            <a:t>वेटिवर घास के फायदे</a:t>
          </a:r>
          <a:endParaRPr lang="en-IN" sz="1800" b="1" kern="1200" dirty="0"/>
        </a:p>
      </dsp:txBody>
      <dsp:txXfrm>
        <a:off x="30396" y="30396"/>
        <a:ext cx="2828503" cy="5618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627D5-138D-44D8-8659-149F85E7537B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516D-C3EB-4999-9B0F-A241CEA66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322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627D5-138D-44D8-8659-149F85E7537B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516D-C3EB-4999-9B0F-A241CEA66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009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627D5-138D-44D8-8659-149F85E7537B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516D-C3EB-4999-9B0F-A241CEA66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19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627D5-138D-44D8-8659-149F85E7537B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516D-C3EB-4999-9B0F-A241CEA66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1052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627D5-138D-44D8-8659-149F85E7537B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516D-C3EB-4999-9B0F-A241CEA66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99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627D5-138D-44D8-8659-149F85E7537B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516D-C3EB-4999-9B0F-A241CEA66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7885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627D5-138D-44D8-8659-149F85E7537B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516D-C3EB-4999-9B0F-A241CEA66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2150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627D5-138D-44D8-8659-149F85E7537B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516D-C3EB-4999-9B0F-A241CEA66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201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627D5-138D-44D8-8659-149F85E7537B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516D-C3EB-4999-9B0F-A241CEA66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060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627D5-138D-44D8-8659-149F85E7537B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516D-C3EB-4999-9B0F-A241CEA66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8211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627D5-138D-44D8-8659-149F85E7537B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516D-C3EB-4999-9B0F-A241CEA66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993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B627D5-138D-44D8-8659-149F85E7537B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57516D-C3EB-4999-9B0F-A241CEA66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176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diagramQuickStyle" Target="../diagrams/quickStyle1.xml"/><Relationship Id="rId18" Type="http://schemas.openxmlformats.org/officeDocument/2006/relationships/diagramQuickStyle" Target="../diagrams/quickStyle2.xml"/><Relationship Id="rId3" Type="http://schemas.openxmlformats.org/officeDocument/2006/relationships/image" Target="../media/image2.png"/><Relationship Id="rId21" Type="http://schemas.openxmlformats.org/officeDocument/2006/relationships/image" Target="../media/image10.png"/><Relationship Id="rId7" Type="http://schemas.openxmlformats.org/officeDocument/2006/relationships/image" Target="../media/image6.png"/><Relationship Id="rId12" Type="http://schemas.openxmlformats.org/officeDocument/2006/relationships/diagramLayout" Target="../diagrams/layout1.xml"/><Relationship Id="rId17" Type="http://schemas.openxmlformats.org/officeDocument/2006/relationships/diagramLayout" Target="../diagrams/layout2.xml"/><Relationship Id="rId2" Type="http://schemas.openxmlformats.org/officeDocument/2006/relationships/image" Target="../media/image1.jpeg"/><Relationship Id="rId16" Type="http://schemas.openxmlformats.org/officeDocument/2006/relationships/diagramData" Target="../diagrams/data2.xml"/><Relationship Id="rId20" Type="http://schemas.microsoft.com/office/2007/relationships/diagramDrawing" Target="../diagrams/drawing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11" Type="http://schemas.openxmlformats.org/officeDocument/2006/relationships/diagramData" Target="../diagrams/data1.xml"/><Relationship Id="rId5" Type="http://schemas.openxmlformats.org/officeDocument/2006/relationships/image" Target="../media/image4.png"/><Relationship Id="rId15" Type="http://schemas.microsoft.com/office/2007/relationships/diagramDrawing" Target="../diagrams/drawing1.xml"/><Relationship Id="rId10" Type="http://schemas.openxmlformats.org/officeDocument/2006/relationships/image" Target="../media/image9.jpeg"/><Relationship Id="rId19" Type="http://schemas.openxmlformats.org/officeDocument/2006/relationships/diagramColors" Target="../diagrams/colors2.xml"/><Relationship Id="rId4" Type="http://schemas.openxmlformats.org/officeDocument/2006/relationships/image" Target="../media/image3.png"/><Relationship Id="rId9" Type="http://schemas.openxmlformats.org/officeDocument/2006/relationships/image" Target="../media/image8.jpeg"/><Relationship Id="rId14" Type="http://schemas.openxmlformats.org/officeDocument/2006/relationships/diagramColors" Target="../diagrams/colors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>
            <a:extLst>
              <a:ext uri="{FF2B5EF4-FFF2-40B4-BE49-F238E27FC236}">
                <a16:creationId xmlns:a16="http://schemas.microsoft.com/office/drawing/2014/main" id="{5651836D-1A7D-4C72-73A3-96966A901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70" y="6158735"/>
            <a:ext cx="6732029" cy="525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EFEEDF1-EC31-9963-5C46-14FE008F1020}"/>
              </a:ext>
            </a:extLst>
          </p:cNvPr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F7A6BE-E272-E4A1-12A7-FBBC64A52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111197"/>
            <a:ext cx="5915025" cy="783446"/>
          </a:xfrm>
        </p:spPr>
        <p:txBody>
          <a:bodyPr/>
          <a:lstStyle/>
          <a:p>
            <a:pPr algn="ctr"/>
            <a:r>
              <a:rPr lang="en-IN" b="1" dirty="0"/>
              <a:t>Phytoremediation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D9A812-1FF7-CF22-3C37-C5C8B6B95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30" y="111197"/>
            <a:ext cx="716713" cy="7834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FC91AA-2A0A-4560-8A58-206CEB9388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23" y="111197"/>
            <a:ext cx="777277" cy="78344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C01E4D0-4F26-CEAC-645E-CEF9E28F7E35}"/>
              </a:ext>
            </a:extLst>
          </p:cNvPr>
          <p:cNvSpPr/>
          <p:nvPr/>
        </p:nvSpPr>
        <p:spPr>
          <a:xfrm>
            <a:off x="0" y="11422743"/>
            <a:ext cx="6858000" cy="76925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E-microbiome Project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397BE70-E9E3-991F-98FF-516DD14CBA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7070" y="11418589"/>
            <a:ext cx="1070930" cy="76925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483336E-9115-7F0F-36DF-64312E7232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44"/>
          <a:stretch/>
        </p:blipFill>
        <p:spPr bwMode="auto">
          <a:xfrm>
            <a:off x="3014264" y="6229049"/>
            <a:ext cx="3718770" cy="273111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69A823E-ECDF-727B-0E1D-E71AEA5D42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92547" y="1014148"/>
            <a:ext cx="4265452" cy="47979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515F60-8930-422D-6C5F-A52341B3E0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72" y="2113156"/>
            <a:ext cx="2496112" cy="398284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BC38887-36C0-BD83-FC50-26F0E1D22734}"/>
              </a:ext>
            </a:extLst>
          </p:cNvPr>
          <p:cNvSpPr/>
          <p:nvPr/>
        </p:nvSpPr>
        <p:spPr>
          <a:xfrm>
            <a:off x="71072" y="1126423"/>
            <a:ext cx="2496113" cy="8755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i-IN" b="1" dirty="0"/>
              <a:t>फाइटोरेमेडिएशन के लिए वेटिवर घास</a:t>
            </a:r>
            <a:endParaRPr lang="en-IN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67BA0E-7C51-729D-0830-8ABD60D5E532}"/>
              </a:ext>
            </a:extLst>
          </p:cNvPr>
          <p:cNvSpPr/>
          <p:nvPr/>
        </p:nvSpPr>
        <p:spPr>
          <a:xfrm>
            <a:off x="2592547" y="5795512"/>
            <a:ext cx="4282315" cy="27959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Strategies for Phytoremediation </a:t>
            </a:r>
          </a:p>
        </p:txBody>
      </p:sp>
      <p:pic>
        <p:nvPicPr>
          <p:cNvPr id="1028" name="Picture 4" descr="Vetiver Root Powder 100g | Khus Root Powder | Vetiveria Zizanioides ...">
            <a:extLst>
              <a:ext uri="{FF2B5EF4-FFF2-40B4-BE49-F238E27FC236}">
                <a16:creationId xmlns:a16="http://schemas.microsoft.com/office/drawing/2014/main" id="{F07F42F5-B1B0-D0BA-F23F-CEF55BB2DB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4036" y="9057092"/>
            <a:ext cx="1837069" cy="2004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asna Khus Syrup 750ml : Amazon.in: Grocery &amp; Gourmet Foods">
            <a:extLst>
              <a:ext uri="{FF2B5EF4-FFF2-40B4-BE49-F238E27FC236}">
                <a16:creationId xmlns:a16="http://schemas.microsoft.com/office/drawing/2014/main" id="{51DAC9E7-63E9-75D7-FEFC-3B1C590A48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105" y="9043794"/>
            <a:ext cx="1891929" cy="199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ECF825C-B2F5-F473-2A1A-2E82073EDBEF}"/>
              </a:ext>
            </a:extLst>
          </p:cNvPr>
          <p:cNvSpPr txBox="1"/>
          <p:nvPr/>
        </p:nvSpPr>
        <p:spPr>
          <a:xfrm>
            <a:off x="3009150" y="11043074"/>
            <a:ext cx="3718770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/>
              <a:t>Commercial Products  of Vetiver Grass </a:t>
            </a:r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6EE2C95A-A359-0B15-6048-205A4F9D40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5563858"/>
              </p:ext>
            </p:extLst>
          </p:nvPr>
        </p:nvGraphicFramePr>
        <p:xfrm>
          <a:off x="45369" y="9892425"/>
          <a:ext cx="2889296" cy="6539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DD68D4D2-2A53-A236-85BD-E75BAE1E5B19}"/>
              </a:ext>
            </a:extLst>
          </p:cNvPr>
          <p:cNvSpPr/>
          <p:nvPr/>
        </p:nvSpPr>
        <p:spPr>
          <a:xfrm>
            <a:off x="0" y="1005839"/>
            <a:ext cx="53971" cy="1040467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363CEB-33C6-BB56-0E05-2837C36E4F1C}"/>
              </a:ext>
            </a:extLst>
          </p:cNvPr>
          <p:cNvSpPr/>
          <p:nvPr/>
        </p:nvSpPr>
        <p:spPr>
          <a:xfrm>
            <a:off x="6811600" y="1005840"/>
            <a:ext cx="57357" cy="104106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0E8D5D-AC03-3F02-6815-A948B1B5B0A0}"/>
              </a:ext>
            </a:extLst>
          </p:cNvPr>
          <p:cNvSpPr txBox="1"/>
          <p:nvPr/>
        </p:nvSpPr>
        <p:spPr>
          <a:xfrm>
            <a:off x="45369" y="10570805"/>
            <a:ext cx="28552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hi-IN" b="1" dirty="0"/>
              <a:t>इत्र, साबुन और पारंपरिक दवाओं में उपयोग किया जाता है</a:t>
            </a:r>
            <a:endParaRPr lang="en-IN" b="1" dirty="0"/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55A8BD4E-5BF3-3A0F-A8A3-02F8CBE33B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8875190"/>
              </p:ext>
            </p:extLst>
          </p:nvPr>
        </p:nvGraphicFramePr>
        <p:xfrm>
          <a:off x="116469" y="6292404"/>
          <a:ext cx="2889296" cy="6539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6" r:lo="rId17" r:qs="rId18" r:cs="rId19"/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B78D02A4-7548-F680-5212-585352C6FB3B}"/>
              </a:ext>
            </a:extLst>
          </p:cNvPr>
          <p:cNvSpPr txBox="1"/>
          <p:nvPr/>
        </p:nvSpPr>
        <p:spPr>
          <a:xfrm>
            <a:off x="135457" y="7025949"/>
            <a:ext cx="26536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hi-IN" b="1" dirty="0"/>
              <a:t>मिट्टी का कटाव रोकें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hi-IN" b="1" dirty="0"/>
              <a:t>कम पानी की आवश्यकता होती है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hi-IN" b="1" dirty="0"/>
              <a:t>प्रदूषकों का बायोरेमेडिएशन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hi-IN" b="1" dirty="0"/>
              <a:t>इसके एलीलोपैथिक गुण खरपतवार की वृद्धि को रोकते हैं और मिट्टी की उर्वरता को बढ़ाते हैं</a:t>
            </a:r>
            <a:endParaRPr lang="en-IN" dirty="0"/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844F4EC9-8622-39CC-B841-A2D8CF4C8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53" y="11410511"/>
            <a:ext cx="844876" cy="793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AE2397B-0C3E-EE3A-4697-8773561D079C}"/>
              </a:ext>
            </a:extLst>
          </p:cNvPr>
          <p:cNvSpPr/>
          <p:nvPr/>
        </p:nvSpPr>
        <p:spPr>
          <a:xfrm rot="16200000">
            <a:off x="387885" y="4254915"/>
            <a:ext cx="639853" cy="2440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i-IN" sz="500" dirty="0"/>
              <a:t>धातुओं का स्थानांतरण</a:t>
            </a:r>
            <a:endParaRPr lang="en-IN" sz="5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7D2760-F2DF-64E6-9E6E-3CCD700C1945}"/>
              </a:ext>
            </a:extLst>
          </p:cNvPr>
          <p:cNvSpPr/>
          <p:nvPr/>
        </p:nvSpPr>
        <p:spPr>
          <a:xfrm rot="16200000">
            <a:off x="2136083" y="4930967"/>
            <a:ext cx="562799" cy="28220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i-IN" sz="700" dirty="0"/>
              <a:t>धातुओं का संचय</a:t>
            </a:r>
            <a:endParaRPr lang="en-IN" sz="7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6EFA69-0DDC-7C71-3925-F645F26C44A2}"/>
              </a:ext>
            </a:extLst>
          </p:cNvPr>
          <p:cNvSpPr/>
          <p:nvPr/>
        </p:nvSpPr>
        <p:spPr>
          <a:xfrm>
            <a:off x="1003020" y="5935311"/>
            <a:ext cx="688821" cy="153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i-IN" sz="800" dirty="0"/>
              <a:t>मूल परिवेश</a:t>
            </a:r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1145998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198</TotalTime>
  <Words>72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 Theme</vt:lpstr>
      <vt:lpstr>Phytoremediation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Phytoremediation </dc:title>
  <dc:creator>Vivek Nair</dc:creator>
  <cp:lastModifiedBy>Vivek Nair</cp:lastModifiedBy>
  <cp:revision>2</cp:revision>
  <dcterms:created xsi:type="dcterms:W3CDTF">2024-02-08T05:18:41Z</dcterms:created>
  <dcterms:modified xsi:type="dcterms:W3CDTF">2024-02-10T19:46:58Z</dcterms:modified>
</cp:coreProperties>
</file>