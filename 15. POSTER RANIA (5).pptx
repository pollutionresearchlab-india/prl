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024028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3745F-65D9-449B-9327-841FD8DB838B}" v="63" dt="2024-02-10T08:28:40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8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eoli" userId="7b2aca52e9009e63" providerId="LiveId" clId="{ED43745F-65D9-449B-9327-841FD8DB838B}"/>
    <pc:docChg chg="undo redo custSel addSld modSld">
      <pc:chgData name="Vaibhav Deoli" userId="7b2aca52e9009e63" providerId="LiveId" clId="{ED43745F-65D9-449B-9327-841FD8DB838B}" dt="2024-02-10T08:36:17.876" v="619" actId="1076"/>
      <pc:docMkLst>
        <pc:docMk/>
      </pc:docMkLst>
      <pc:sldChg chg="addSp delSp modSp new mod setBg">
        <pc:chgData name="Vaibhav Deoli" userId="7b2aca52e9009e63" providerId="LiveId" clId="{ED43745F-65D9-449B-9327-841FD8DB838B}" dt="2024-02-10T08:36:17.876" v="619" actId="1076"/>
        <pc:sldMkLst>
          <pc:docMk/>
          <pc:sldMk cId="3490889402" sldId="256"/>
        </pc:sldMkLst>
        <pc:spChg chg="del">
          <ac:chgData name="Vaibhav Deoli" userId="7b2aca52e9009e63" providerId="LiveId" clId="{ED43745F-65D9-449B-9327-841FD8DB838B}" dt="2024-02-10T06:13:40.304" v="1" actId="478"/>
          <ac:spMkLst>
            <pc:docMk/>
            <pc:sldMk cId="3490889402" sldId="256"/>
            <ac:spMk id="2" creationId="{6B0A5525-82E5-53EF-5554-D8DE076E3A94}"/>
          </ac:spMkLst>
        </pc:spChg>
        <pc:spChg chg="add del">
          <ac:chgData name="Vaibhav Deoli" userId="7b2aca52e9009e63" providerId="LiveId" clId="{ED43745F-65D9-449B-9327-841FD8DB838B}" dt="2024-02-10T08:12:02.422" v="394" actId="478"/>
          <ac:spMkLst>
            <pc:docMk/>
            <pc:sldMk cId="3490889402" sldId="256"/>
            <ac:spMk id="2" creationId="{7B59BE4D-4AAE-7ED1-6996-D6774001F278}"/>
          </ac:spMkLst>
        </pc:spChg>
        <pc:spChg chg="del">
          <ac:chgData name="Vaibhav Deoli" userId="7b2aca52e9009e63" providerId="LiveId" clId="{ED43745F-65D9-449B-9327-841FD8DB838B}" dt="2024-02-10T06:13:44.555" v="2" actId="478"/>
          <ac:spMkLst>
            <pc:docMk/>
            <pc:sldMk cId="3490889402" sldId="256"/>
            <ac:spMk id="3" creationId="{1E4D01CC-7491-F2E0-CFD1-6E675AD457C6}"/>
          </ac:spMkLst>
        </pc:spChg>
        <pc:spChg chg="add del">
          <ac:chgData name="Vaibhav Deoli" userId="7b2aca52e9009e63" providerId="LiveId" clId="{ED43745F-65D9-449B-9327-841FD8DB838B}" dt="2024-02-10T08:12:37.778" v="402" actId="478"/>
          <ac:spMkLst>
            <pc:docMk/>
            <pc:sldMk cId="3490889402" sldId="256"/>
            <ac:spMk id="3" creationId="{B1D18D7B-357B-B5BC-53F7-3A5B7A479480}"/>
          </ac:spMkLst>
        </pc:spChg>
        <pc:spChg chg="add del mod">
          <ac:chgData name="Vaibhav Deoli" userId="7b2aca52e9009e63" providerId="LiveId" clId="{ED43745F-65D9-449B-9327-841FD8DB838B}" dt="2024-02-10T08:14:14.438" v="421" actId="478"/>
          <ac:spMkLst>
            <pc:docMk/>
            <pc:sldMk cId="3490889402" sldId="256"/>
            <ac:spMk id="5" creationId="{3EA0DD6D-D6AF-D879-EBCC-B7B01B12C6D9}"/>
          </ac:spMkLst>
        </pc:spChg>
        <pc:spChg chg="add del mod">
          <ac:chgData name="Vaibhav Deoli" userId="7b2aca52e9009e63" providerId="LiveId" clId="{ED43745F-65D9-449B-9327-841FD8DB838B}" dt="2024-02-10T06:38:10.722" v="45" actId="478"/>
          <ac:spMkLst>
            <pc:docMk/>
            <pc:sldMk cId="3490889402" sldId="256"/>
            <ac:spMk id="6" creationId="{CD316BF4-4582-4D6D-1167-97A44BCBB6CA}"/>
          </ac:spMkLst>
        </pc:spChg>
        <pc:spChg chg="add mod">
          <ac:chgData name="Vaibhav Deoli" userId="7b2aca52e9009e63" providerId="LiveId" clId="{ED43745F-65D9-449B-9327-841FD8DB838B}" dt="2024-02-10T08:10:44.314" v="377" actId="1076"/>
          <ac:spMkLst>
            <pc:docMk/>
            <pc:sldMk cId="3490889402" sldId="256"/>
            <ac:spMk id="9" creationId="{8C282AAA-A484-6F32-1979-7654137FCA10}"/>
          </ac:spMkLst>
        </pc:spChg>
        <pc:spChg chg="add del mod">
          <ac:chgData name="Vaibhav Deoli" userId="7b2aca52e9009e63" providerId="LiveId" clId="{ED43745F-65D9-449B-9327-841FD8DB838B}" dt="2024-02-10T06:43:23.143" v="65" actId="478"/>
          <ac:spMkLst>
            <pc:docMk/>
            <pc:sldMk cId="3490889402" sldId="256"/>
            <ac:spMk id="10" creationId="{1A3EEFB6-C690-B36C-9E9C-7C0BDD33FB8A}"/>
          </ac:spMkLst>
        </pc:spChg>
        <pc:spChg chg="add mod">
          <ac:chgData name="Vaibhav Deoli" userId="7b2aca52e9009e63" providerId="LiveId" clId="{ED43745F-65D9-449B-9327-841FD8DB838B}" dt="2024-02-10T08:13:40.153" v="413" actId="207"/>
          <ac:spMkLst>
            <pc:docMk/>
            <pc:sldMk cId="3490889402" sldId="256"/>
            <ac:spMk id="11" creationId="{4A36E22E-2A22-E9CA-8C32-96F550A990AC}"/>
          </ac:spMkLst>
        </pc:spChg>
        <pc:spChg chg="add del">
          <ac:chgData name="Vaibhav Deoli" userId="7b2aca52e9009e63" providerId="LiveId" clId="{ED43745F-65D9-449B-9327-841FD8DB838B}" dt="2024-02-10T06:45:09.300" v="92" actId="478"/>
          <ac:spMkLst>
            <pc:docMk/>
            <pc:sldMk cId="3490889402" sldId="256"/>
            <ac:spMk id="12" creationId="{22845945-F7BA-F81B-B80E-FC2A4489AD46}"/>
          </ac:spMkLst>
        </pc:spChg>
        <pc:spChg chg="add mod">
          <ac:chgData name="Vaibhav Deoli" userId="7b2aca52e9009e63" providerId="LiveId" clId="{ED43745F-65D9-449B-9327-841FD8DB838B}" dt="2024-02-10T08:29:25.979" v="614" actId="20577"/>
          <ac:spMkLst>
            <pc:docMk/>
            <pc:sldMk cId="3490889402" sldId="256"/>
            <ac:spMk id="13" creationId="{3EB9661A-3D7A-1029-9261-322FC8E4BD1C}"/>
          </ac:spMkLst>
        </pc:spChg>
        <pc:spChg chg="add del">
          <ac:chgData name="Vaibhav Deoli" userId="7b2aca52e9009e63" providerId="LiveId" clId="{ED43745F-65D9-449B-9327-841FD8DB838B}" dt="2024-02-10T07:00:14.664" v="142" actId="478"/>
          <ac:spMkLst>
            <pc:docMk/>
            <pc:sldMk cId="3490889402" sldId="256"/>
            <ac:spMk id="14" creationId="{AB2CEBD4-3EB5-F44F-ABD8-C2B8A33E20DD}"/>
          </ac:spMkLst>
        </pc:spChg>
        <pc:spChg chg="add del mod">
          <ac:chgData name="Vaibhav Deoli" userId="7b2aca52e9009e63" providerId="LiveId" clId="{ED43745F-65D9-449B-9327-841FD8DB838B}" dt="2024-02-10T08:26:12.237" v="595" actId="478"/>
          <ac:spMkLst>
            <pc:docMk/>
            <pc:sldMk cId="3490889402" sldId="256"/>
            <ac:spMk id="15" creationId="{55DC493C-074B-45AF-1D0E-1AE0E3C8174B}"/>
          </ac:spMkLst>
        </pc:spChg>
        <pc:spChg chg="add del mod">
          <ac:chgData name="Vaibhav Deoli" userId="7b2aca52e9009e63" providerId="LiveId" clId="{ED43745F-65D9-449B-9327-841FD8DB838B}" dt="2024-02-10T07:00:12.054" v="141" actId="478"/>
          <ac:spMkLst>
            <pc:docMk/>
            <pc:sldMk cId="3490889402" sldId="256"/>
            <ac:spMk id="15" creationId="{5D76C4C5-27EF-CB06-0D69-21B81824A91F}"/>
          </ac:spMkLst>
        </pc:spChg>
        <pc:spChg chg="add del mod">
          <ac:chgData name="Vaibhav Deoli" userId="7b2aca52e9009e63" providerId="LiveId" clId="{ED43745F-65D9-449B-9327-841FD8DB838B}" dt="2024-02-10T08:23:24.219" v="573"/>
          <ac:spMkLst>
            <pc:docMk/>
            <pc:sldMk cId="3490889402" sldId="256"/>
            <ac:spMk id="16" creationId="{544ADB54-A6EA-434F-CD96-912140CCD88E}"/>
          </ac:spMkLst>
        </pc:spChg>
        <pc:spChg chg="add del mod">
          <ac:chgData name="Vaibhav Deoli" userId="7b2aca52e9009e63" providerId="LiveId" clId="{ED43745F-65D9-449B-9327-841FD8DB838B}" dt="2024-02-10T06:58:43.610" v="112"/>
          <ac:spMkLst>
            <pc:docMk/>
            <pc:sldMk cId="3490889402" sldId="256"/>
            <ac:spMk id="16" creationId="{E5F784E6-70CA-BED2-A4D9-3CB2013DCF8F}"/>
          </ac:spMkLst>
        </pc:spChg>
        <pc:spChg chg="add mod">
          <ac:chgData name="Vaibhav Deoli" userId="7b2aca52e9009e63" providerId="LiveId" clId="{ED43745F-65D9-449B-9327-841FD8DB838B}" dt="2024-02-10T08:36:17.876" v="619" actId="1076"/>
          <ac:spMkLst>
            <pc:docMk/>
            <pc:sldMk cId="3490889402" sldId="256"/>
            <ac:spMk id="17" creationId="{5124BBB3-633E-5B8D-DC69-B3E7734154EB}"/>
          </ac:spMkLst>
        </pc:spChg>
        <pc:spChg chg="add del mod">
          <ac:chgData name="Vaibhav Deoli" userId="7b2aca52e9009e63" providerId="LiveId" clId="{ED43745F-65D9-449B-9327-841FD8DB838B}" dt="2024-02-10T07:00:08.641" v="140" actId="478"/>
          <ac:spMkLst>
            <pc:docMk/>
            <pc:sldMk cId="3490889402" sldId="256"/>
            <ac:spMk id="18" creationId="{B2259D99-07C6-F918-8B85-B193911F856D}"/>
          </ac:spMkLst>
        </pc:spChg>
        <pc:spChg chg="add mod">
          <ac:chgData name="Vaibhav Deoli" userId="7b2aca52e9009e63" providerId="LiveId" clId="{ED43745F-65D9-449B-9327-841FD8DB838B}" dt="2024-02-10T08:25:36.720" v="589" actId="1076"/>
          <ac:spMkLst>
            <pc:docMk/>
            <pc:sldMk cId="3490889402" sldId="256"/>
            <ac:spMk id="18" creationId="{BB3980E1-614D-2E0C-CE3B-1B13A59C18A7}"/>
          </ac:spMkLst>
        </pc:spChg>
        <pc:spChg chg="add mod">
          <ac:chgData name="Vaibhav Deoli" userId="7b2aca52e9009e63" providerId="LiveId" clId="{ED43745F-65D9-449B-9327-841FD8DB838B}" dt="2024-02-10T08:26:49.324" v="600" actId="1076"/>
          <ac:spMkLst>
            <pc:docMk/>
            <pc:sldMk cId="3490889402" sldId="256"/>
            <ac:spMk id="19" creationId="{152A9DFF-D0ED-CFD9-FB3C-D8DA16E94115}"/>
          </ac:spMkLst>
        </pc:spChg>
        <pc:spChg chg="add del mod ord">
          <ac:chgData name="Vaibhav Deoli" userId="7b2aca52e9009e63" providerId="LiveId" clId="{ED43745F-65D9-449B-9327-841FD8DB838B}" dt="2024-02-10T07:07:18.015" v="175" actId="478"/>
          <ac:spMkLst>
            <pc:docMk/>
            <pc:sldMk cId="3490889402" sldId="256"/>
            <ac:spMk id="19" creationId="{B9970068-CB59-AB1A-7E55-8C7D1BB8191A}"/>
          </ac:spMkLst>
        </pc:spChg>
        <pc:spChg chg="add del mod">
          <ac:chgData name="Vaibhav Deoli" userId="7b2aca52e9009e63" providerId="LiveId" clId="{ED43745F-65D9-449B-9327-841FD8DB838B}" dt="2024-02-10T08:10:47.528" v="378" actId="478"/>
          <ac:spMkLst>
            <pc:docMk/>
            <pc:sldMk cId="3490889402" sldId="256"/>
            <ac:spMk id="20" creationId="{53193D9F-B822-658E-470A-DD2F9D2D61B1}"/>
          </ac:spMkLst>
        </pc:spChg>
        <pc:spChg chg="add del mod">
          <ac:chgData name="Vaibhav Deoli" userId="7b2aca52e9009e63" providerId="LiveId" clId="{ED43745F-65D9-449B-9327-841FD8DB838B}" dt="2024-02-10T07:15:11.666" v="257" actId="478"/>
          <ac:spMkLst>
            <pc:docMk/>
            <pc:sldMk cId="3490889402" sldId="256"/>
            <ac:spMk id="21" creationId="{3E8C504F-1556-2E76-6C9B-6335F2855822}"/>
          </ac:spMkLst>
        </pc:spChg>
        <pc:spChg chg="add mod">
          <ac:chgData name="Vaibhav Deoli" userId="7b2aca52e9009e63" providerId="LiveId" clId="{ED43745F-65D9-449B-9327-841FD8DB838B}" dt="2024-02-10T08:26:25.767" v="597" actId="1076"/>
          <ac:spMkLst>
            <pc:docMk/>
            <pc:sldMk cId="3490889402" sldId="256"/>
            <ac:spMk id="21" creationId="{DAE5D5AB-47D8-51C9-E3AA-9202FEA58378}"/>
          </ac:spMkLst>
        </pc:spChg>
        <pc:spChg chg="add mod">
          <ac:chgData name="Vaibhav Deoli" userId="7b2aca52e9009e63" providerId="LiveId" clId="{ED43745F-65D9-449B-9327-841FD8DB838B}" dt="2024-02-10T08:20:24.024" v="491" actId="20577"/>
          <ac:spMkLst>
            <pc:docMk/>
            <pc:sldMk cId="3490889402" sldId="256"/>
            <ac:spMk id="22" creationId="{12456463-7CA5-1381-3922-AB6010DE224A}"/>
          </ac:spMkLst>
        </pc:spChg>
        <pc:spChg chg="add mod">
          <ac:chgData name="Vaibhav Deoli" userId="7b2aca52e9009e63" providerId="LiveId" clId="{ED43745F-65D9-449B-9327-841FD8DB838B}" dt="2024-02-10T08:26:07.183" v="594" actId="1076"/>
          <ac:spMkLst>
            <pc:docMk/>
            <pc:sldMk cId="3490889402" sldId="256"/>
            <ac:spMk id="24" creationId="{99E303CF-431E-C4E7-8BB5-9CB987306AB8}"/>
          </ac:spMkLst>
        </pc:spChg>
        <pc:spChg chg="add del">
          <ac:chgData name="Vaibhav Deoli" userId="7b2aca52e9009e63" providerId="LiveId" clId="{ED43745F-65D9-449B-9327-841FD8DB838B}" dt="2024-02-10T07:50:11.036" v="348" actId="478"/>
          <ac:spMkLst>
            <pc:docMk/>
            <pc:sldMk cId="3490889402" sldId="256"/>
            <ac:spMk id="24" creationId="{ADA7EAAC-EBDA-9B62-5A86-6A2636619568}"/>
          </ac:spMkLst>
        </pc:spChg>
        <pc:spChg chg="add del">
          <ac:chgData name="Vaibhav Deoli" userId="7b2aca52e9009e63" providerId="LiveId" clId="{ED43745F-65D9-449B-9327-841FD8DB838B}" dt="2024-02-10T08:24:58" v="584" actId="478"/>
          <ac:spMkLst>
            <pc:docMk/>
            <pc:sldMk cId="3490889402" sldId="256"/>
            <ac:spMk id="25" creationId="{3C6ADCE4-1315-505C-43AE-B29AFF86F3FF}"/>
          </ac:spMkLst>
        </pc:spChg>
        <pc:spChg chg="add del mod">
          <ac:chgData name="Vaibhav Deoli" userId="7b2aca52e9009e63" providerId="LiveId" clId="{ED43745F-65D9-449B-9327-841FD8DB838B}" dt="2024-02-10T07:50:09.473" v="347" actId="478"/>
          <ac:spMkLst>
            <pc:docMk/>
            <pc:sldMk cId="3490889402" sldId="256"/>
            <ac:spMk id="25" creationId="{D34B1045-7ED8-8863-DC0B-EF4BAB9FE1AF}"/>
          </ac:spMkLst>
        </pc:spChg>
        <pc:spChg chg="add mod">
          <ac:chgData name="Vaibhav Deoli" userId="7b2aca52e9009e63" providerId="LiveId" clId="{ED43745F-65D9-449B-9327-841FD8DB838B}" dt="2024-02-10T08:25:08.755" v="585" actId="1076"/>
          <ac:spMkLst>
            <pc:docMk/>
            <pc:sldMk cId="3490889402" sldId="256"/>
            <ac:spMk id="26" creationId="{3DB63D06-FB83-FE62-46D5-09CBEE5ADFB5}"/>
          </ac:spMkLst>
        </pc:spChg>
        <pc:spChg chg="add del">
          <ac:chgData name="Vaibhav Deoli" userId="7b2aca52e9009e63" providerId="LiveId" clId="{ED43745F-65D9-449B-9327-841FD8DB838B}" dt="2024-02-10T08:28:40.487" v="612" actId="478"/>
          <ac:spMkLst>
            <pc:docMk/>
            <pc:sldMk cId="3490889402" sldId="256"/>
            <ac:spMk id="27" creationId="{31CFFC51-E44D-EA29-F55B-18A36F827443}"/>
          </ac:spMkLst>
        </pc:spChg>
        <pc:spChg chg="add mod">
          <ac:chgData name="Vaibhav Deoli" userId="7b2aca52e9009e63" providerId="LiveId" clId="{ED43745F-65D9-449B-9327-841FD8DB838B}" dt="2024-02-10T08:31:13.590" v="615" actId="20577"/>
          <ac:spMkLst>
            <pc:docMk/>
            <pc:sldMk cId="3490889402" sldId="256"/>
            <ac:spMk id="28" creationId="{78B6C38F-4C37-FE00-DB60-5C59131903DD}"/>
          </ac:spMkLst>
        </pc:spChg>
        <pc:graphicFrameChg chg="add del">
          <ac:chgData name="Vaibhav Deoli" userId="7b2aca52e9009e63" providerId="LiveId" clId="{ED43745F-65D9-449B-9327-841FD8DB838B}" dt="2024-02-10T06:22:29.411" v="16" actId="478"/>
          <ac:graphicFrameMkLst>
            <pc:docMk/>
            <pc:sldMk cId="3490889402" sldId="256"/>
            <ac:graphicFrameMk id="7" creationId="{EA871E35-CE38-A29B-5C4F-40119FEEA696}"/>
          </ac:graphicFrameMkLst>
        </pc:graphicFrameChg>
        <pc:picChg chg="add mod">
          <ac:chgData name="Vaibhav Deoli" userId="7b2aca52e9009e63" providerId="LiveId" clId="{ED43745F-65D9-449B-9327-841FD8DB838B}" dt="2024-02-10T06:41:38.455" v="56" actId="14100"/>
          <ac:picMkLst>
            <pc:docMk/>
            <pc:sldMk cId="3490889402" sldId="256"/>
            <ac:picMk id="4" creationId="{365D5A6C-B182-4274-843E-16395841A614}"/>
          </ac:picMkLst>
        </pc:picChg>
        <pc:picChg chg="add del mod">
          <ac:chgData name="Vaibhav Deoli" userId="7b2aca52e9009e63" providerId="LiveId" clId="{ED43745F-65D9-449B-9327-841FD8DB838B}" dt="2024-02-10T07:45:46.101" v="328" actId="478"/>
          <ac:picMkLst>
            <pc:docMk/>
            <pc:sldMk cId="3490889402" sldId="256"/>
            <ac:picMk id="5" creationId="{E11ED56B-5F8C-DB42-FA83-D2C4FB11C760}"/>
          </ac:picMkLst>
        </pc:picChg>
        <pc:picChg chg="add mod">
          <ac:chgData name="Vaibhav Deoli" userId="7b2aca52e9009e63" providerId="LiveId" clId="{ED43745F-65D9-449B-9327-841FD8DB838B}" dt="2024-02-10T07:46:01.480" v="332" actId="1076"/>
          <ac:picMkLst>
            <pc:docMk/>
            <pc:sldMk cId="3490889402" sldId="256"/>
            <ac:picMk id="23" creationId="{DD1C5B07-15A9-5693-434F-27AA61274249}"/>
          </ac:picMkLst>
        </pc:picChg>
        <pc:cxnChg chg="add del">
          <ac:chgData name="Vaibhav Deoli" userId="7b2aca52e9009e63" providerId="LiveId" clId="{ED43745F-65D9-449B-9327-841FD8DB838B}" dt="2024-02-10T08:14:27.466" v="423" actId="11529"/>
          <ac:cxnSpMkLst>
            <pc:docMk/>
            <pc:sldMk cId="3490889402" sldId="256"/>
            <ac:cxnSpMk id="7" creationId="{85CC3B7B-D71F-6605-222E-077EF6D9FCA8}"/>
          </ac:cxnSpMkLst>
        </pc:cxnChg>
        <pc:cxnChg chg="add mod">
          <ac:chgData name="Vaibhav Deoli" userId="7b2aca52e9009e63" providerId="LiveId" clId="{ED43745F-65D9-449B-9327-841FD8DB838B}" dt="2024-02-10T08:17:50.876" v="476" actId="208"/>
          <ac:cxnSpMkLst>
            <pc:docMk/>
            <pc:sldMk cId="3490889402" sldId="256"/>
            <ac:cxnSpMk id="10" creationId="{82AE1FC9-27BB-3E84-B37B-0497B021F8B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77365-D829-4F56-B532-97581014181A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1143000"/>
            <a:ext cx="4321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17FA8-1C36-4E85-BE4C-C6E1EC11E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027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1pPr>
    <a:lvl2pPr marL="1244133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2pPr>
    <a:lvl3pPr marL="2488265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3pPr>
    <a:lvl4pPr marL="3732398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4pPr>
    <a:lvl5pPr marL="4976531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5pPr>
    <a:lvl6pPr marL="6220663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6pPr>
    <a:lvl7pPr marL="7464796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7pPr>
    <a:lvl8pPr marL="8708928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8pPr>
    <a:lvl9pPr marL="9953061" algn="l" defTabSz="2488265" rtl="0" eaLnBrk="1" latinLnBrk="0" hangingPunct="1">
      <a:defRPr sz="326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3534924"/>
            <a:ext cx="25704245" cy="7519835"/>
          </a:xfrm>
        </p:spPr>
        <p:txBody>
          <a:bodyPr anchor="b"/>
          <a:lstStyle>
            <a:lvl1pPr algn="ctr">
              <a:defRPr sz="188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11344752"/>
            <a:ext cx="22680216" cy="521488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39951" indent="0" algn="ctr">
              <a:buNone/>
              <a:defRPr sz="6299"/>
            </a:lvl2pPr>
            <a:lvl3pPr marL="2879903" indent="0" algn="ctr">
              <a:buNone/>
              <a:defRPr sz="5669"/>
            </a:lvl3pPr>
            <a:lvl4pPr marL="4319854" indent="0" algn="ctr">
              <a:buNone/>
              <a:defRPr sz="5039"/>
            </a:lvl4pPr>
            <a:lvl5pPr marL="5759806" indent="0" algn="ctr">
              <a:buNone/>
              <a:defRPr sz="5039"/>
            </a:lvl5pPr>
            <a:lvl6pPr marL="7199757" indent="0" algn="ctr">
              <a:buNone/>
              <a:defRPr sz="5039"/>
            </a:lvl6pPr>
            <a:lvl7pPr marL="8639708" indent="0" algn="ctr">
              <a:buNone/>
              <a:defRPr sz="5039"/>
            </a:lvl7pPr>
            <a:lvl8pPr marL="10079660" indent="0" algn="ctr">
              <a:buNone/>
              <a:defRPr sz="5039"/>
            </a:lvl8pPr>
            <a:lvl9pPr marL="11519611" indent="0" algn="ctr">
              <a:buNone/>
              <a:defRPr sz="50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50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26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5384888"/>
            <a:ext cx="26082248" cy="8984801"/>
          </a:xfrm>
        </p:spPr>
        <p:txBody>
          <a:bodyPr anchor="b"/>
          <a:lstStyle>
            <a:lvl1pPr>
              <a:defRPr sz="188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14454688"/>
            <a:ext cx="26082248" cy="4724895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3995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7990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19854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4pPr>
            <a:lvl5pPr marL="5759806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5pPr>
            <a:lvl6pPr marL="7199757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6pPr>
            <a:lvl7pPr marL="8639708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7pPr>
            <a:lvl8pPr marL="10079660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8pPr>
            <a:lvl9pPr marL="11519611" indent="0">
              <a:buNone/>
              <a:defRPr sz="50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608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5749874"/>
            <a:ext cx="12852122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5749874"/>
            <a:ext cx="12852122" cy="13704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86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149979"/>
            <a:ext cx="26082248" cy="4174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5294885"/>
            <a:ext cx="12793057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7889827"/>
            <a:ext cx="12793057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5294885"/>
            <a:ext cx="12856061" cy="2594941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39951" indent="0">
              <a:buNone/>
              <a:defRPr sz="6299" b="1"/>
            </a:lvl2pPr>
            <a:lvl3pPr marL="2879903" indent="0">
              <a:buNone/>
              <a:defRPr sz="5669" b="1"/>
            </a:lvl3pPr>
            <a:lvl4pPr marL="4319854" indent="0">
              <a:buNone/>
              <a:defRPr sz="5039" b="1"/>
            </a:lvl4pPr>
            <a:lvl5pPr marL="5759806" indent="0">
              <a:buNone/>
              <a:defRPr sz="5039" b="1"/>
            </a:lvl5pPr>
            <a:lvl6pPr marL="7199757" indent="0">
              <a:buNone/>
              <a:defRPr sz="5039" b="1"/>
            </a:lvl6pPr>
            <a:lvl7pPr marL="8639708" indent="0">
              <a:buNone/>
              <a:defRPr sz="5039" b="1"/>
            </a:lvl7pPr>
            <a:lvl8pPr marL="10079660" indent="0">
              <a:buNone/>
              <a:defRPr sz="5039" b="1"/>
            </a:lvl8pPr>
            <a:lvl9pPr marL="11519611" indent="0">
              <a:buNone/>
              <a:defRPr sz="50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7889827"/>
            <a:ext cx="12856061" cy="11604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8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05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34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39968"/>
            <a:ext cx="9753280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3109937"/>
            <a:ext cx="15309146" cy="15349662"/>
          </a:xfrm>
        </p:spPr>
        <p:txBody>
          <a:bodyPr/>
          <a:lstStyle>
            <a:lvl1pPr>
              <a:defRPr sz="10078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479857"/>
            <a:ext cx="9753280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8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1439968"/>
            <a:ext cx="9753280" cy="5039889"/>
          </a:xfrm>
        </p:spPr>
        <p:txBody>
          <a:bodyPr anchor="b"/>
          <a:lstStyle>
            <a:lvl1pPr>
              <a:defRPr sz="100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3109937"/>
            <a:ext cx="15309146" cy="15349662"/>
          </a:xfrm>
        </p:spPr>
        <p:txBody>
          <a:bodyPr anchor="t"/>
          <a:lstStyle>
            <a:lvl1pPr marL="0" indent="0">
              <a:buNone/>
              <a:defRPr sz="10078"/>
            </a:lvl1pPr>
            <a:lvl2pPr marL="1439951" indent="0">
              <a:buNone/>
              <a:defRPr sz="8819"/>
            </a:lvl2pPr>
            <a:lvl3pPr marL="2879903" indent="0">
              <a:buNone/>
              <a:defRPr sz="7559"/>
            </a:lvl3pPr>
            <a:lvl4pPr marL="4319854" indent="0">
              <a:buNone/>
              <a:defRPr sz="6299"/>
            </a:lvl4pPr>
            <a:lvl5pPr marL="5759806" indent="0">
              <a:buNone/>
              <a:defRPr sz="6299"/>
            </a:lvl5pPr>
            <a:lvl6pPr marL="7199757" indent="0">
              <a:buNone/>
              <a:defRPr sz="6299"/>
            </a:lvl6pPr>
            <a:lvl7pPr marL="8639708" indent="0">
              <a:buNone/>
              <a:defRPr sz="6299"/>
            </a:lvl7pPr>
            <a:lvl8pPr marL="10079660" indent="0">
              <a:buNone/>
              <a:defRPr sz="6299"/>
            </a:lvl8pPr>
            <a:lvl9pPr marL="11519611" indent="0">
              <a:buNone/>
              <a:defRPr sz="6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6479857"/>
            <a:ext cx="9753280" cy="12004738"/>
          </a:xfrm>
        </p:spPr>
        <p:txBody>
          <a:bodyPr/>
          <a:lstStyle>
            <a:lvl1pPr marL="0" indent="0">
              <a:buNone/>
              <a:defRPr sz="5039"/>
            </a:lvl1pPr>
            <a:lvl2pPr marL="1439951" indent="0">
              <a:buNone/>
              <a:defRPr sz="4409"/>
            </a:lvl2pPr>
            <a:lvl3pPr marL="2879903" indent="0">
              <a:buNone/>
              <a:defRPr sz="3779"/>
            </a:lvl3pPr>
            <a:lvl4pPr marL="4319854" indent="0">
              <a:buNone/>
              <a:defRPr sz="3150"/>
            </a:lvl4pPr>
            <a:lvl5pPr marL="5759806" indent="0">
              <a:buNone/>
              <a:defRPr sz="3150"/>
            </a:lvl5pPr>
            <a:lvl6pPr marL="7199757" indent="0">
              <a:buNone/>
              <a:defRPr sz="3150"/>
            </a:lvl6pPr>
            <a:lvl7pPr marL="8639708" indent="0">
              <a:buNone/>
              <a:defRPr sz="3150"/>
            </a:lvl7pPr>
            <a:lvl8pPr marL="10079660" indent="0">
              <a:buNone/>
              <a:defRPr sz="3150"/>
            </a:lvl8pPr>
            <a:lvl9pPr marL="11519611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3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26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1149975"/>
            <a:ext cx="6520562" cy="183045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1149975"/>
            <a:ext cx="19183683" cy="18304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1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1149979"/>
            <a:ext cx="26082248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5749874"/>
            <a:ext cx="26082248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20019564"/>
            <a:ext cx="6804065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EFC7E-BBBD-44AD-81D9-89C16933AF0D}" type="datetimeFigureOut">
              <a:rPr lang="en-IN" smtClean="0"/>
              <a:t>10-02-2024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20019564"/>
            <a:ext cx="10206097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20019564"/>
            <a:ext cx="6804065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A6408-CF15-47AF-A5BB-517799190B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603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79903" rtl="0" eaLnBrk="1" latinLnBrk="0" hangingPunct="1">
        <a:lnSpc>
          <a:spcPct val="90000"/>
        </a:lnSpc>
        <a:spcBef>
          <a:spcPct val="0"/>
        </a:spcBef>
        <a:buNone/>
        <a:defRPr sz="138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976" indent="-719976" algn="l" defTabSz="2879903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5992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599879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39830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79781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19733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59684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799636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39587" indent="-719976" algn="l" defTabSz="2879903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3995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79903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19854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59806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199757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39708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79660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19611" algn="l" defTabSz="2879903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D5A6C-B182-4274-843E-16395841A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0" y="111197"/>
            <a:ext cx="3980538" cy="38816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282AAA-A484-6F32-1979-7654137FCA10}"/>
              </a:ext>
            </a:extLst>
          </p:cNvPr>
          <p:cNvSpPr txBox="1"/>
          <p:nvPr/>
        </p:nvSpPr>
        <p:spPr>
          <a:xfrm>
            <a:off x="4093668" y="361118"/>
            <a:ext cx="2205295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i-IN" sz="11500" b="1" i="0" dirty="0">
                <a:solidFill>
                  <a:srgbClr val="002060"/>
                </a:solidFill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रनिया-खान चांदपुर में जल संसाधन के लिए समुदाय सहभागिता प्रोग्राम</a:t>
            </a:r>
            <a:endParaRPr lang="en-US" sz="11500" b="1" cap="none" spc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angal" panose="02040503050203030202" pitchFamily="18" charset="0"/>
              <a:cs typeface="Mangal" panose="02040503050203030202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6E22E-2A22-E9CA-8C32-96F550A990AC}"/>
              </a:ext>
            </a:extLst>
          </p:cNvPr>
          <p:cNvSpPr txBox="1"/>
          <p:nvPr/>
        </p:nvSpPr>
        <p:spPr>
          <a:xfrm>
            <a:off x="9086135" y="5522039"/>
            <a:ext cx="120680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hi-IN" altLang="en-US" sz="8000" b="1" i="0" u="none" strike="noStrike" cap="none" normalizeH="0" baseline="0" dirty="0">
                <a:ln>
                  <a:noFill/>
                </a:ln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दिनांक</a:t>
            </a:r>
            <a:r>
              <a:rPr kumimoji="0" lang="en-IN" altLang="en-US" sz="8000" b="1" i="0" u="none" strike="noStrike" cap="none" normalizeH="0" baseline="0" dirty="0">
                <a:ln>
                  <a:noFill/>
                </a:ln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 : 14 </a:t>
            </a:r>
            <a:r>
              <a:rPr kumimoji="0" lang="hi-IN" altLang="en-US" sz="8000" b="1" i="0" u="none" strike="noStrike" cap="none" normalizeH="0" baseline="0" dirty="0">
                <a:ln>
                  <a:noFill/>
                </a:ln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फ़रवरी</a:t>
            </a:r>
            <a:r>
              <a:rPr kumimoji="0" lang="en-IN" altLang="en-US" sz="8000" b="1" i="0" u="none" strike="noStrike" cap="none" normalizeH="0" baseline="0" dirty="0">
                <a:ln>
                  <a:noFill/>
                </a:ln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, 2024</a:t>
            </a:r>
            <a:r>
              <a:rPr kumimoji="0" lang="hi-IN" altLang="en-US" sz="8000" b="1" i="0" u="none" strike="noStrike" cap="none" normalizeH="0" baseline="0" dirty="0">
                <a:ln>
                  <a:noFill/>
                </a:ln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9661A-3D7A-1029-9261-322FC8E4BD1C}"/>
              </a:ext>
            </a:extLst>
          </p:cNvPr>
          <p:cNvSpPr txBox="1"/>
          <p:nvPr/>
        </p:nvSpPr>
        <p:spPr>
          <a:xfrm>
            <a:off x="5038701" y="7406292"/>
            <a:ext cx="20162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i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स्थान: रनिया</a:t>
            </a:r>
            <a:r>
              <a:rPr kumimoji="0" lang="en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-</a:t>
            </a:r>
            <a:r>
              <a:rPr kumimoji="0" lang="hi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खान</a:t>
            </a:r>
            <a:r>
              <a:rPr kumimoji="0" lang="en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 </a:t>
            </a:r>
            <a:r>
              <a:rPr kumimoji="0" lang="hi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चांदपुर</a:t>
            </a:r>
            <a:r>
              <a:rPr kumimoji="0" lang="en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, </a:t>
            </a:r>
            <a:r>
              <a:rPr kumimoji="0" lang="hi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कानपुर</a:t>
            </a:r>
            <a:r>
              <a:rPr kumimoji="0" lang="en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 </a:t>
            </a:r>
            <a:r>
              <a:rPr kumimoji="0" lang="hi-IN" altLang="en-US" sz="8800" b="1" i="0" u="none" strike="noStrike" cap="none" normalizeH="0" baseline="0" dirty="0">
                <a:ln>
                  <a:noFill/>
                </a:ln>
                <a:effectLst/>
                <a:latin typeface="inherit"/>
                <a:cs typeface="Mangal" panose="02040503050203030202" pitchFamily="18" charset="0"/>
              </a:rPr>
              <a:t>देहात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24BBB3-633E-5B8D-DC69-B3E7734154EB}"/>
              </a:ext>
            </a:extLst>
          </p:cNvPr>
          <p:cNvSpPr txBox="1"/>
          <p:nvPr/>
        </p:nvSpPr>
        <p:spPr>
          <a:xfrm>
            <a:off x="-3" y="20399196"/>
            <a:ext cx="30240288" cy="12003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i-IN" sz="7200" dirty="0">
                <a:solidFill>
                  <a:schemeClr val="bg2">
                    <a:lumMod val="10000"/>
                  </a:schemeClr>
                </a:solidFill>
                <a:latin typeface="Mangal" panose="02040503050203030202" pitchFamily="18" charset="0"/>
                <a:cs typeface="Mangal" panose="02040503050203030202" pitchFamily="18" charset="0"/>
              </a:rPr>
              <a:t>ग्रामीण विकास और प्रौद्योगिकी केंद्र</a:t>
            </a:r>
            <a:r>
              <a:rPr lang="en-IN" sz="7200" dirty="0">
                <a:solidFill>
                  <a:schemeClr val="bg2">
                    <a:lumMod val="10000"/>
                  </a:schemeClr>
                </a:solidFill>
                <a:latin typeface="Mangal" panose="02040503050203030202" pitchFamily="18" charset="0"/>
                <a:cs typeface="Mangal" panose="02040503050203030202" pitchFamily="18" charset="0"/>
              </a:rPr>
              <a:t>, </a:t>
            </a:r>
            <a:r>
              <a:rPr lang="hi-IN" sz="7200" dirty="0">
                <a:solidFill>
                  <a:schemeClr val="bg2">
                    <a:lumMod val="10000"/>
                  </a:schemeClr>
                </a:solidFill>
                <a:latin typeface="Mangal" panose="02040503050203030202" pitchFamily="18" charset="0"/>
                <a:cs typeface="Mangal" panose="02040503050203030202" pitchFamily="18" charset="0"/>
              </a:rPr>
              <a:t>भारतीय प्रौद्योगिकी संस्थान दिल्ली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56463-7CA5-1381-3922-AB6010DE224A}"/>
              </a:ext>
            </a:extLst>
          </p:cNvPr>
          <p:cNvSpPr txBox="1"/>
          <p:nvPr/>
        </p:nvSpPr>
        <p:spPr>
          <a:xfrm>
            <a:off x="-8945" y="9869529"/>
            <a:ext cx="302402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9600" b="1" i="0" dirty="0">
                <a:solidFill>
                  <a:srgbClr val="002060"/>
                </a:solidFill>
                <a:effectLst/>
                <a:latin typeface="Mangal" panose="02040503050203030202" pitchFamily="18" charset="0"/>
                <a:cs typeface="Mangal" panose="02040503050203030202" pitchFamily="18" charset="0"/>
              </a:rPr>
              <a:t>प्रोग्राम</a:t>
            </a:r>
            <a:r>
              <a:rPr lang="en-IN" sz="4400" b="0" i="0" dirty="0">
                <a:solidFill>
                  <a:srgbClr val="0D0D0D"/>
                </a:solidFill>
                <a:effectLst/>
                <a:latin typeface="Söhne"/>
              </a:rPr>
              <a:t>	</a:t>
            </a:r>
            <a:r>
              <a:rPr lang="en-IN" sz="4400" dirty="0"/>
              <a:t>	</a:t>
            </a:r>
          </a:p>
        </p:txBody>
      </p:sp>
      <p:pic>
        <p:nvPicPr>
          <p:cNvPr id="23" name="Picture 22" descr="A logo with text on it&#10;&#10;Description automatically generated">
            <a:extLst>
              <a:ext uri="{FF2B5EF4-FFF2-40B4-BE49-F238E27FC236}">
                <a16:creationId xmlns:a16="http://schemas.microsoft.com/office/drawing/2014/main" id="{DD1C5B07-15A9-5693-434F-27AA61274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6620" y="222529"/>
            <a:ext cx="3980538" cy="39805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AE1FC9-27BB-3E84-B37B-0497B021F8BC}"/>
              </a:ext>
            </a:extLst>
          </p:cNvPr>
          <p:cNvCxnSpPr>
            <a:cxnSpLocks/>
          </p:cNvCxnSpPr>
          <p:nvPr/>
        </p:nvCxnSpPr>
        <p:spPr>
          <a:xfrm>
            <a:off x="13134109" y="11201400"/>
            <a:ext cx="32004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980E1-614D-2E0C-CE3B-1B13A59C18A7}"/>
              </a:ext>
            </a:extLst>
          </p:cNvPr>
          <p:cNvSpPr txBox="1"/>
          <p:nvPr/>
        </p:nvSpPr>
        <p:spPr>
          <a:xfrm>
            <a:off x="17886" y="13351057"/>
            <a:ext cx="302492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6000" dirty="0"/>
              <a:t>जल </a:t>
            </a:r>
            <a:r>
              <a:rPr lang="hi-IN" sz="60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संसाधन</a:t>
            </a:r>
            <a:r>
              <a:rPr lang="hi-IN" sz="6000" dirty="0"/>
              <a:t> प्रबंधन के महत्व</a:t>
            </a:r>
            <a:r>
              <a:rPr lang="hi-IN" dirty="0"/>
              <a:t>		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2A9DFF-D0ED-CFD9-FB3C-D8DA16E94115}"/>
              </a:ext>
            </a:extLst>
          </p:cNvPr>
          <p:cNvSpPr txBox="1"/>
          <p:nvPr/>
        </p:nvSpPr>
        <p:spPr>
          <a:xfrm>
            <a:off x="17886" y="16955604"/>
            <a:ext cx="302492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60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समुदाय</a:t>
            </a:r>
            <a:r>
              <a:rPr lang="hi-IN" sz="6000" dirty="0"/>
              <a:t> सहभागिता के महत्व और तरीके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E5D5AB-47D8-51C9-E3AA-9202FEA58378}"/>
              </a:ext>
            </a:extLst>
          </p:cNvPr>
          <p:cNvSpPr txBox="1"/>
          <p:nvPr/>
        </p:nvSpPr>
        <p:spPr>
          <a:xfrm>
            <a:off x="8941" y="15746354"/>
            <a:ext cx="302581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60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क्रोमियम</a:t>
            </a:r>
            <a:r>
              <a:rPr lang="hi-IN" sz="6000" dirty="0"/>
              <a:t> प्रदूषण का समाधान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E303CF-431E-C4E7-8BB5-9CB987306AB8}"/>
              </a:ext>
            </a:extLst>
          </p:cNvPr>
          <p:cNvSpPr txBox="1"/>
          <p:nvPr/>
        </p:nvSpPr>
        <p:spPr>
          <a:xfrm>
            <a:off x="0" y="14539606"/>
            <a:ext cx="30249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i-IN" sz="6000" dirty="0">
                <a:solidFill>
                  <a:srgbClr val="202124"/>
                </a:solidFill>
                <a:latin typeface="inherit"/>
                <a:cs typeface="Mangal" panose="02040503050203030202" pitchFamily="18" charset="0"/>
              </a:rPr>
              <a:t>प्रौद्योगिकी</a:t>
            </a:r>
            <a:r>
              <a:rPr lang="hi-IN" sz="6000" dirty="0"/>
              <a:t> गतिविधियाँ और उदाहरण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63D06-FB83-FE62-46D5-09CBEE5ADFB5}"/>
              </a:ext>
            </a:extLst>
          </p:cNvPr>
          <p:cNvSpPr txBox="1"/>
          <p:nvPr/>
        </p:nvSpPr>
        <p:spPr>
          <a:xfrm>
            <a:off x="17883" y="12008017"/>
            <a:ext cx="3024923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hi-IN" altLang="en-US" sz="6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  <a:cs typeface="Mangal" panose="02040503050203030202" pitchFamily="18" charset="0"/>
              </a:rPr>
              <a:t>प्रदूषण की स्थिति पर चर्चा</a:t>
            </a:r>
            <a:r>
              <a:rPr kumimoji="0" lang="hi-IN" altLang="en-US" sz="6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Mangal" panose="02040503050203030202" pitchFamily="18" charset="0"/>
              </a:rPr>
              <a:t> 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hi-IN" dirty="0"/>
              <a:t>	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B6C38F-4C37-FE00-DB60-5C59131903DD}"/>
              </a:ext>
            </a:extLst>
          </p:cNvPr>
          <p:cNvSpPr txBox="1"/>
          <p:nvPr/>
        </p:nvSpPr>
        <p:spPr>
          <a:xfrm>
            <a:off x="17886" y="18205776"/>
            <a:ext cx="302402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i-IN" altLang="en-US" sz="6000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  <a:cs typeface="Mangal" panose="02040503050203030202" pitchFamily="18" charset="0"/>
              </a:rPr>
              <a:t>रनिया-खान चांदपुर जल संस्थान प्रबंधन समिति का गठन</a:t>
            </a:r>
            <a:r>
              <a:rPr kumimoji="0" lang="hi-IN" altLang="en-US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Mangal" panose="02040503050203030202" pitchFamily="18" charset="0"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6FD925-56F1-7E33-CF43-8013FB066F85}"/>
              </a:ext>
            </a:extLst>
          </p:cNvPr>
          <p:cNvCxnSpPr>
            <a:cxnSpLocks/>
          </p:cNvCxnSpPr>
          <p:nvPr/>
        </p:nvCxnSpPr>
        <p:spPr>
          <a:xfrm>
            <a:off x="13134109" y="19687309"/>
            <a:ext cx="32004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88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</TotalTime>
  <Words>73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inherit</vt:lpstr>
      <vt:lpstr>Mangal</vt:lpstr>
      <vt:lpstr>Söhne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Vaibhav Deoli</dc:creator>
  <cp:lastModifiedBy>Pankaj  Kumar Gupta</cp:lastModifiedBy>
  <cp:revision>2</cp:revision>
  <dcterms:created xsi:type="dcterms:W3CDTF">2024-02-10T06:13:34Z</dcterms:created>
  <dcterms:modified xsi:type="dcterms:W3CDTF">2024-02-10T09:38:40Z</dcterms:modified>
</cp:coreProperties>
</file>