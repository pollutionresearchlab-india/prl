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33E3A0-C00E-41A7-ACA8-5E628D124E3A}" v="41" dt="2024-02-08T14:10:31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2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Deoli" userId="7b2aca52e9009e63" providerId="LiveId" clId="{6533E3A0-C00E-41A7-ACA8-5E628D124E3A}"/>
    <pc:docChg chg="undo custSel addSld delSld modSld">
      <pc:chgData name="Vaibhav Deoli" userId="7b2aca52e9009e63" providerId="LiveId" clId="{6533E3A0-C00E-41A7-ACA8-5E628D124E3A}" dt="2024-02-08T15:00:09.706" v="373" actId="123"/>
      <pc:docMkLst>
        <pc:docMk/>
      </pc:docMkLst>
      <pc:sldChg chg="addSp delSp modSp mod">
        <pc:chgData name="Vaibhav Deoli" userId="7b2aca52e9009e63" providerId="LiveId" clId="{6533E3A0-C00E-41A7-ACA8-5E628D124E3A}" dt="2024-02-08T11:54:20.077" v="320" actId="1076"/>
        <pc:sldMkLst>
          <pc:docMk/>
          <pc:sldMk cId="1145998591" sldId="257"/>
        </pc:sldMkLst>
        <pc:spChg chg="add del mod">
          <ac:chgData name="Vaibhav Deoli" userId="7b2aca52e9009e63" providerId="LiveId" clId="{6533E3A0-C00E-41A7-ACA8-5E628D124E3A}" dt="2024-02-08T08:23:34.757" v="56" actId="478"/>
          <ac:spMkLst>
            <pc:docMk/>
            <pc:sldMk cId="1145998591" sldId="257"/>
            <ac:spMk id="2" creationId="{ACEE6760-07EE-6280-88B4-D45F5A54D277}"/>
          </ac:spMkLst>
        </pc:spChg>
        <pc:spChg chg="add del">
          <ac:chgData name="Vaibhav Deoli" userId="7b2aca52e9009e63" providerId="LiveId" clId="{6533E3A0-C00E-41A7-ACA8-5E628D124E3A}" dt="2024-02-08T08:23:34.757" v="56" actId="478"/>
          <ac:spMkLst>
            <pc:docMk/>
            <pc:sldMk cId="1145998591" sldId="257"/>
            <ac:spMk id="3" creationId="{D4F46CD8-070B-91B9-7377-C9AD7D935FC7}"/>
          </ac:spMkLst>
        </pc:spChg>
        <pc:spChg chg="mod">
          <ac:chgData name="Vaibhav Deoli" userId="7b2aca52e9009e63" providerId="LiveId" clId="{6533E3A0-C00E-41A7-ACA8-5E628D124E3A}" dt="2024-02-08T08:40:27.384" v="156" actId="20577"/>
          <ac:spMkLst>
            <pc:docMk/>
            <pc:sldMk cId="1145998591" sldId="257"/>
            <ac:spMk id="4" creationId="{A9F7A6BE-E272-E4A1-12A7-FBBC64A52E78}"/>
          </ac:spMkLst>
        </pc:spChg>
        <pc:spChg chg="add del mod">
          <ac:chgData name="Vaibhav Deoli" userId="7b2aca52e9009e63" providerId="LiveId" clId="{6533E3A0-C00E-41A7-ACA8-5E628D124E3A}" dt="2024-02-08T08:23:57.630" v="61" actId="478"/>
          <ac:spMkLst>
            <pc:docMk/>
            <pc:sldMk cId="1145998591" sldId="257"/>
            <ac:spMk id="6" creationId="{A8CBCE01-BE8C-2221-E579-6066A18D565A}"/>
          </ac:spMkLst>
        </pc:spChg>
        <pc:spChg chg="add mod">
          <ac:chgData name="Vaibhav Deoli" userId="7b2aca52e9009e63" providerId="LiveId" clId="{6533E3A0-C00E-41A7-ACA8-5E628D124E3A}" dt="2024-02-08T11:53:26.861" v="310" actId="404"/>
          <ac:spMkLst>
            <pc:docMk/>
            <pc:sldMk cId="1145998591" sldId="257"/>
            <ac:spMk id="8" creationId="{9006EC16-AFCA-9AD1-032B-8CA7CF428DBC}"/>
          </ac:spMkLst>
        </pc:spChg>
        <pc:spChg chg="add del mod">
          <ac:chgData name="Vaibhav Deoli" userId="7b2aca52e9009e63" providerId="LiveId" clId="{6533E3A0-C00E-41A7-ACA8-5E628D124E3A}" dt="2024-02-08T08:31:10.652" v="87"/>
          <ac:spMkLst>
            <pc:docMk/>
            <pc:sldMk cId="1145998591" sldId="257"/>
            <ac:spMk id="13" creationId="{5A547661-5509-9B32-6819-774E078E95D3}"/>
          </ac:spMkLst>
        </pc:spChg>
        <pc:spChg chg="add del">
          <ac:chgData name="Vaibhav Deoli" userId="7b2aca52e9009e63" providerId="LiveId" clId="{6533E3A0-C00E-41A7-ACA8-5E628D124E3A}" dt="2024-02-08T08:31:31.037" v="92" actId="478"/>
          <ac:spMkLst>
            <pc:docMk/>
            <pc:sldMk cId="1145998591" sldId="257"/>
            <ac:spMk id="14" creationId="{157ED29C-F725-995C-81B6-66CD851F815E}"/>
          </ac:spMkLst>
        </pc:spChg>
        <pc:spChg chg="add del mod">
          <ac:chgData name="Vaibhav Deoli" userId="7b2aca52e9009e63" providerId="LiveId" clId="{6533E3A0-C00E-41A7-ACA8-5E628D124E3A}" dt="2024-02-08T08:31:26.821" v="91" actId="478"/>
          <ac:spMkLst>
            <pc:docMk/>
            <pc:sldMk cId="1145998591" sldId="257"/>
            <ac:spMk id="15" creationId="{1F2985EB-A45B-C491-E25F-AEAE32B4E3AF}"/>
          </ac:spMkLst>
        </pc:spChg>
        <pc:spChg chg="add del mod">
          <ac:chgData name="Vaibhav Deoli" userId="7b2aca52e9009e63" providerId="LiveId" clId="{6533E3A0-C00E-41A7-ACA8-5E628D124E3A}" dt="2024-02-08T08:31:56.279" v="98" actId="478"/>
          <ac:spMkLst>
            <pc:docMk/>
            <pc:sldMk cId="1145998591" sldId="257"/>
            <ac:spMk id="16" creationId="{CAAFC628-D05D-2612-67D9-CB10F1B740A0}"/>
          </ac:spMkLst>
        </pc:spChg>
        <pc:spChg chg="add del mod">
          <ac:chgData name="Vaibhav Deoli" userId="7b2aca52e9009e63" providerId="LiveId" clId="{6533E3A0-C00E-41A7-ACA8-5E628D124E3A}" dt="2024-02-08T11:54:20.077" v="320" actId="1076"/>
          <ac:spMkLst>
            <pc:docMk/>
            <pc:sldMk cId="1145998591" sldId="257"/>
            <ac:spMk id="17" creationId="{2F75B7AB-5971-711C-558F-6127E497601F}"/>
          </ac:spMkLst>
        </pc:spChg>
        <pc:spChg chg="add del">
          <ac:chgData name="Vaibhav Deoli" userId="7b2aca52e9009e63" providerId="LiveId" clId="{6533E3A0-C00E-41A7-ACA8-5E628D124E3A}" dt="2024-02-08T08:40:10.161" v="144" actId="478"/>
          <ac:spMkLst>
            <pc:docMk/>
            <pc:sldMk cId="1145998591" sldId="257"/>
            <ac:spMk id="18" creationId="{DB9729E4-40D8-779D-6D15-5072568D3B4C}"/>
          </ac:spMkLst>
        </pc:spChg>
        <pc:spChg chg="add del mod">
          <ac:chgData name="Vaibhav Deoli" userId="7b2aca52e9009e63" providerId="LiveId" clId="{6533E3A0-C00E-41A7-ACA8-5E628D124E3A}" dt="2024-02-08T08:40:08.114" v="143" actId="478"/>
          <ac:spMkLst>
            <pc:docMk/>
            <pc:sldMk cId="1145998591" sldId="257"/>
            <ac:spMk id="19" creationId="{858D5BD9-2882-DE93-C5E9-A35D16817D55}"/>
          </ac:spMkLst>
        </pc:spChg>
        <pc:picChg chg="add mod">
          <ac:chgData name="Vaibhav Deoli" userId="7b2aca52e9009e63" providerId="LiveId" clId="{6533E3A0-C00E-41A7-ACA8-5E628D124E3A}" dt="2024-02-08T11:54:08.916" v="318" actId="1076"/>
          <ac:picMkLst>
            <pc:docMk/>
            <pc:sldMk cId="1145998591" sldId="257"/>
            <ac:picMk id="11" creationId="{7F0144DE-E42B-064A-D0AA-E9706EC1AC4A}"/>
          </ac:picMkLst>
        </pc:picChg>
        <pc:picChg chg="add mod">
          <ac:chgData name="Vaibhav Deoli" userId="7b2aca52e9009e63" providerId="LiveId" clId="{6533E3A0-C00E-41A7-ACA8-5E628D124E3A}" dt="2024-02-08T11:54:13.123" v="319" actId="1076"/>
          <ac:picMkLst>
            <pc:docMk/>
            <pc:sldMk cId="1145998591" sldId="257"/>
            <ac:picMk id="20" creationId="{0F812B49-7D6D-42A0-2A81-A25B5274CCBD}"/>
          </ac:picMkLst>
        </pc:picChg>
      </pc:sldChg>
      <pc:sldChg chg="new del">
        <pc:chgData name="Vaibhav Deoli" userId="7b2aca52e9009e63" providerId="LiveId" clId="{6533E3A0-C00E-41A7-ACA8-5E628D124E3A}" dt="2024-02-08T08:52:10.714" v="207" actId="680"/>
        <pc:sldMkLst>
          <pc:docMk/>
          <pc:sldMk cId="599232066" sldId="258"/>
        </pc:sldMkLst>
      </pc:sldChg>
      <pc:sldChg chg="addSp delSp modSp add mod">
        <pc:chgData name="Vaibhav Deoli" userId="7b2aca52e9009e63" providerId="LiveId" clId="{6533E3A0-C00E-41A7-ACA8-5E628D124E3A}" dt="2024-02-08T15:00:09.706" v="373" actId="123"/>
        <pc:sldMkLst>
          <pc:docMk/>
          <pc:sldMk cId="3543588900" sldId="258"/>
        </pc:sldMkLst>
        <pc:spChg chg="add del mod">
          <ac:chgData name="Vaibhav Deoli" userId="7b2aca52e9009e63" providerId="LiveId" clId="{6533E3A0-C00E-41A7-ACA8-5E628D124E3A}" dt="2024-02-08T09:01:09.443" v="236"/>
          <ac:spMkLst>
            <pc:docMk/>
            <pc:sldMk cId="3543588900" sldId="258"/>
            <ac:spMk id="2" creationId="{98C1A295-32D7-C795-2E85-ACF9E57475F1}"/>
          </ac:spMkLst>
        </pc:spChg>
        <pc:spChg chg="add mod">
          <ac:chgData name="Vaibhav Deoli" userId="7b2aca52e9009e63" providerId="LiveId" clId="{6533E3A0-C00E-41A7-ACA8-5E628D124E3A}" dt="2024-02-08T09:01:07.850" v="234" actId="21"/>
          <ac:spMkLst>
            <pc:docMk/>
            <pc:sldMk cId="3543588900" sldId="258"/>
            <ac:spMk id="3" creationId="{5952D0AD-DEB9-A68A-A932-38E2BB580C4F}"/>
          </ac:spMkLst>
        </pc:spChg>
        <pc:spChg chg="mod">
          <ac:chgData name="Vaibhav Deoli" userId="7b2aca52e9009e63" providerId="LiveId" clId="{6533E3A0-C00E-41A7-ACA8-5E628D124E3A}" dt="2024-02-08T08:55:35.627" v="231" actId="20577"/>
          <ac:spMkLst>
            <pc:docMk/>
            <pc:sldMk cId="3543588900" sldId="258"/>
            <ac:spMk id="4" creationId="{99BEB965-CE2E-3322-38E2-EC1E3306B2A6}"/>
          </ac:spMkLst>
        </pc:spChg>
        <pc:spChg chg="add mod">
          <ac:chgData name="Vaibhav Deoli" userId="7b2aca52e9009e63" providerId="LiveId" clId="{6533E3A0-C00E-41A7-ACA8-5E628D124E3A}" dt="2024-02-08T14:58:34.406" v="372" actId="404"/>
          <ac:spMkLst>
            <pc:docMk/>
            <pc:sldMk cId="3543588900" sldId="258"/>
            <ac:spMk id="6" creationId="{E57647B4-C63D-B63E-699F-6B9A671C5BA2}"/>
          </ac:spMkLst>
        </pc:spChg>
        <pc:spChg chg="del">
          <ac:chgData name="Vaibhav Deoli" userId="7b2aca52e9009e63" providerId="LiveId" clId="{6533E3A0-C00E-41A7-ACA8-5E628D124E3A}" dt="2024-02-08T08:52:26.749" v="210" actId="478"/>
          <ac:spMkLst>
            <pc:docMk/>
            <pc:sldMk cId="3543588900" sldId="258"/>
            <ac:spMk id="8" creationId="{396AB438-822C-3A6B-6D68-82833713DE08}"/>
          </ac:spMkLst>
        </pc:spChg>
        <pc:spChg chg="add del mod">
          <ac:chgData name="Vaibhav Deoli" userId="7b2aca52e9009e63" providerId="LiveId" clId="{6533E3A0-C00E-41A7-ACA8-5E628D124E3A}" dt="2024-02-08T09:03:20.725" v="251"/>
          <ac:spMkLst>
            <pc:docMk/>
            <pc:sldMk cId="3543588900" sldId="258"/>
            <ac:spMk id="13" creationId="{9E7054B5-E1B4-1FB6-1690-5F7437AB0770}"/>
          </ac:spMkLst>
        </pc:spChg>
        <pc:spChg chg="add mod">
          <ac:chgData name="Vaibhav Deoli" userId="7b2aca52e9009e63" providerId="LiveId" clId="{6533E3A0-C00E-41A7-ACA8-5E628D124E3A}" dt="2024-02-08T15:00:09.706" v="373" actId="123"/>
          <ac:spMkLst>
            <pc:docMk/>
            <pc:sldMk cId="3543588900" sldId="258"/>
            <ac:spMk id="14" creationId="{A9EFDB4A-A71A-C447-3C52-E6F6185EA1B1}"/>
          </ac:spMkLst>
        </pc:spChg>
        <pc:spChg chg="add del mod">
          <ac:chgData name="Vaibhav Deoli" userId="7b2aca52e9009e63" providerId="LiveId" clId="{6533E3A0-C00E-41A7-ACA8-5E628D124E3A}" dt="2024-02-08T09:05:32.452" v="259" actId="478"/>
          <ac:spMkLst>
            <pc:docMk/>
            <pc:sldMk cId="3543588900" sldId="258"/>
            <ac:spMk id="15" creationId="{BAA788CC-7269-1518-CAAD-3CF333E084ED}"/>
          </ac:spMkLst>
        </pc:spChg>
        <pc:spChg chg="add del">
          <ac:chgData name="Vaibhav Deoli" userId="7b2aca52e9009e63" providerId="LiveId" clId="{6533E3A0-C00E-41A7-ACA8-5E628D124E3A}" dt="2024-02-08T09:11:42.064" v="280" actId="478"/>
          <ac:spMkLst>
            <pc:docMk/>
            <pc:sldMk cId="3543588900" sldId="258"/>
            <ac:spMk id="16" creationId="{679C2C2B-C53E-D28E-1F6B-E3C20AB6CEB1}"/>
          </ac:spMkLst>
        </pc:spChg>
        <pc:spChg chg="del">
          <ac:chgData name="Vaibhav Deoli" userId="7b2aca52e9009e63" providerId="LiveId" clId="{6533E3A0-C00E-41A7-ACA8-5E628D124E3A}" dt="2024-02-08T08:52:23.531" v="209" actId="478"/>
          <ac:spMkLst>
            <pc:docMk/>
            <pc:sldMk cId="3543588900" sldId="258"/>
            <ac:spMk id="17" creationId="{0AA90218-B454-7418-05E3-70BC98839066}"/>
          </ac:spMkLst>
        </pc:spChg>
        <pc:spChg chg="add del mod">
          <ac:chgData name="Vaibhav Deoli" userId="7b2aca52e9009e63" providerId="LiveId" clId="{6533E3A0-C00E-41A7-ACA8-5E628D124E3A}" dt="2024-02-08T09:11:39.790" v="279" actId="478"/>
          <ac:spMkLst>
            <pc:docMk/>
            <pc:sldMk cId="3543588900" sldId="258"/>
            <ac:spMk id="18" creationId="{0C67A239-4AE3-9201-289B-16591FAF91C3}"/>
          </ac:spMkLst>
        </pc:spChg>
        <pc:spChg chg="add del">
          <ac:chgData name="Vaibhav Deoli" userId="7b2aca52e9009e63" providerId="LiveId" clId="{6533E3A0-C00E-41A7-ACA8-5E628D124E3A}" dt="2024-02-08T14:09:47.520" v="355" actId="478"/>
          <ac:spMkLst>
            <pc:docMk/>
            <pc:sldMk cId="3543588900" sldId="258"/>
            <ac:spMk id="25" creationId="{EF1B70C8-0F38-DBCF-572A-ACAB67B985E4}"/>
          </ac:spMkLst>
        </pc:spChg>
        <pc:spChg chg="add del">
          <ac:chgData name="Vaibhav Deoli" userId="7b2aca52e9009e63" providerId="LiveId" clId="{6533E3A0-C00E-41A7-ACA8-5E628D124E3A}" dt="2024-02-08T14:10:31.309" v="358" actId="478"/>
          <ac:spMkLst>
            <pc:docMk/>
            <pc:sldMk cId="3543588900" sldId="258"/>
            <ac:spMk id="26" creationId="{938ABAEE-0C51-72C4-4275-5EA4608031BF}"/>
          </ac:spMkLst>
        </pc:spChg>
        <pc:picChg chg="del">
          <ac:chgData name="Vaibhav Deoli" userId="7b2aca52e9009e63" providerId="LiveId" clId="{6533E3A0-C00E-41A7-ACA8-5E628D124E3A}" dt="2024-02-08T08:52:28.442" v="211" actId="478"/>
          <ac:picMkLst>
            <pc:docMk/>
            <pc:sldMk cId="3543588900" sldId="258"/>
            <ac:picMk id="11" creationId="{9C42D78A-0EFB-1EEA-5D03-16A20421A474}"/>
          </ac:picMkLst>
        </pc:picChg>
        <pc:picChg chg="add mod">
          <ac:chgData name="Vaibhav Deoli" userId="7b2aca52e9009e63" providerId="LiveId" clId="{6533E3A0-C00E-41A7-ACA8-5E628D124E3A}" dt="2024-02-08T14:10:41.960" v="361" actId="1076"/>
          <ac:picMkLst>
            <pc:docMk/>
            <pc:sldMk cId="3543588900" sldId="258"/>
            <ac:picMk id="19" creationId="{470D67D5-BD18-3508-96D8-4812F1E2CAE2}"/>
          </ac:picMkLst>
        </pc:picChg>
        <pc:picChg chg="del">
          <ac:chgData name="Vaibhav Deoli" userId="7b2aca52e9009e63" providerId="LiveId" clId="{6533E3A0-C00E-41A7-ACA8-5E628D124E3A}" dt="2024-02-08T08:52:30.231" v="212" actId="478"/>
          <ac:picMkLst>
            <pc:docMk/>
            <pc:sldMk cId="3543588900" sldId="258"/>
            <ac:picMk id="20" creationId="{DF88BB27-1612-4EDC-A01C-3F48276D5879}"/>
          </ac:picMkLst>
        </pc:picChg>
        <pc:picChg chg="add mod">
          <ac:chgData name="Vaibhav Deoli" userId="7b2aca52e9009e63" providerId="LiveId" clId="{6533E3A0-C00E-41A7-ACA8-5E628D124E3A}" dt="2024-02-08T14:10:47.450" v="362" actId="1076"/>
          <ac:picMkLst>
            <pc:docMk/>
            <pc:sldMk cId="3543588900" sldId="258"/>
            <ac:picMk id="22" creationId="{E6D3B4E1-A6BA-F678-BDAD-78B214CF167D}"/>
          </ac:picMkLst>
        </pc:picChg>
        <pc:picChg chg="add del mod">
          <ac:chgData name="Vaibhav Deoli" userId="7b2aca52e9009e63" providerId="LiveId" clId="{6533E3A0-C00E-41A7-ACA8-5E628D124E3A}" dt="2024-02-08T14:01:08.608" v="337" actId="478"/>
          <ac:picMkLst>
            <pc:docMk/>
            <pc:sldMk cId="3543588900" sldId="258"/>
            <ac:picMk id="24" creationId="{8320AE4D-9806-A983-644B-569FC80511B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5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3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8" indent="0" algn="ctr">
              <a:buNone/>
              <a:defRPr sz="1200"/>
            </a:lvl7pPr>
            <a:lvl8pPr marL="2400181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2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00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50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83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29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18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05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1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4453469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3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8" indent="0">
              <a:buNone/>
              <a:defRPr sz="1200" b="1"/>
            </a:lvl7pPr>
            <a:lvl8pPr marL="2400181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4453469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9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88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15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883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8" indent="0">
              <a:buNone/>
              <a:defRPr sz="750"/>
            </a:lvl7pPr>
            <a:lvl8pPr marL="2400181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0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3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8" indent="0">
              <a:buNone/>
              <a:defRPr sz="1500"/>
            </a:lvl7pPr>
            <a:lvl8pPr marL="2400181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883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8" indent="0">
              <a:buNone/>
              <a:defRPr sz="750"/>
            </a:lvl7pPr>
            <a:lvl8pPr marL="2400181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06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21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99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627D5-138D-44D8-8659-149F85E7537B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3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7516D-C3EB-4999-9B0F-A241CEA66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7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8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1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4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3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3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8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1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map of a town&#10;&#10;Description automatically generated">
            <a:extLst>
              <a:ext uri="{FF2B5EF4-FFF2-40B4-BE49-F238E27FC236}">
                <a16:creationId xmlns:a16="http://schemas.microsoft.com/office/drawing/2014/main" id="{7F0144DE-E42B-064A-D0AA-E9706EC1AC4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65" y="1558070"/>
            <a:ext cx="5447899" cy="35208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EFEEDF1-EC31-9963-5C46-14FE008F1020}"/>
              </a:ext>
            </a:extLst>
          </p:cNvPr>
          <p:cNvSpPr/>
          <p:nvPr/>
        </p:nvSpPr>
        <p:spPr>
          <a:xfrm>
            <a:off x="0" y="0"/>
            <a:ext cx="6858000" cy="1005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F7A6BE-E272-E4A1-12A7-FBBC64A5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817" y="61128"/>
            <a:ext cx="5855870" cy="783446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Resources Management in Rania-Khan Chandpur Villages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D9A812-1FF7-CF22-3C37-C5C8B6B95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4" y="93223"/>
            <a:ext cx="790065" cy="7834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06EC16-AFCA-9AD1-032B-8CA7CF428DBC}"/>
              </a:ext>
            </a:extLst>
          </p:cNvPr>
          <p:cNvSpPr txBox="1"/>
          <p:nvPr/>
        </p:nvSpPr>
        <p:spPr>
          <a:xfrm>
            <a:off x="0" y="1005840"/>
            <a:ext cx="6858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hi-IN" altLang="en-US" sz="28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हमने रनिया-खान</a:t>
            </a:r>
            <a:r>
              <a:rPr lang="en-IN" altLang="en-US" sz="28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hi-IN" altLang="en-US" sz="28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चांदपुर गांवों के भूजल</a:t>
            </a:r>
            <a:r>
              <a:rPr lang="en-US" altLang="en-US" sz="28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hi-IN" altLang="en-US" sz="28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को टेस्ट किया।</a:t>
            </a:r>
            <a:r>
              <a:rPr lang="hi-IN" altLang="en-US" sz="2800" dirty="0">
                <a:cs typeface="Mangal" panose="02040503050203030202" pitchFamily="18" charset="0"/>
              </a:rPr>
              <a:t> 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5B7AB-5971-711C-558F-6127E497601F}"/>
              </a:ext>
            </a:extLst>
          </p:cNvPr>
          <p:cNvSpPr txBox="1"/>
          <p:nvPr/>
        </p:nvSpPr>
        <p:spPr>
          <a:xfrm>
            <a:off x="7398" y="9433950"/>
            <a:ext cx="6858000" cy="2259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i-IN" altLang="en-US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जिस क्षेत्र में क्रोमियम 0.05</a:t>
            </a:r>
            <a:r>
              <a:rPr lang="en-IN" altLang="en-US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 </a:t>
            </a:r>
            <a:r>
              <a:rPr lang="hi-IN" altLang="en-US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मिलीग्राम/लीटर से अधिक है वहां का पानी न पियें।</a:t>
            </a:r>
            <a:r>
              <a:rPr lang="hi-IN" altLang="en-US" sz="2400" dirty="0">
                <a:cs typeface="Mangal" panose="02040503050203030202" pitchFamily="18" charset="0"/>
              </a:rPr>
              <a:t> </a:t>
            </a:r>
            <a:endParaRPr lang="en-IN" altLang="en-US" sz="2400" dirty="0"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i-IN" altLang="en-US" sz="24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खान चांदपुर के भूजल का उपयोग न करें।</a:t>
            </a:r>
            <a:endParaRPr lang="en-IN" altLang="en-US" sz="2400" dirty="0">
              <a:solidFill>
                <a:srgbClr val="202124"/>
              </a:solidFill>
              <a:latin typeface="inherit"/>
              <a:cs typeface="Mangal" panose="02040503050203030202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i-IN" sz="2400" dirty="0">
                <a:solidFill>
                  <a:srgbClr val="202124"/>
                </a:solidFill>
                <a:latin typeface="arial" panose="020B0604020202020204" pitchFamily="34" charset="0"/>
              </a:rPr>
              <a:t>रनिया पुलिस स्टेशन के हैंडपंप का उपयोग करें।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3" name="Picture 2" descr="A logo with text on it&#10;&#10;Description automatically generated">
            <a:extLst>
              <a:ext uri="{FF2B5EF4-FFF2-40B4-BE49-F238E27FC236}">
                <a16:creationId xmlns:a16="http://schemas.microsoft.com/office/drawing/2014/main" id="{8E5FA879-60C7-957E-76E1-A4BF4FCB6A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654" y="111197"/>
            <a:ext cx="790065" cy="78344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DE1E1D9-AB08-04D0-3BA4-2AAE95DB14D8}"/>
              </a:ext>
            </a:extLst>
          </p:cNvPr>
          <p:cNvSpPr txBox="1"/>
          <p:nvPr/>
        </p:nvSpPr>
        <p:spPr>
          <a:xfrm>
            <a:off x="1" y="11791890"/>
            <a:ext cx="6857999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Centre for Rural Development and Technology, IIT Delhi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82B260-A2DA-6B2E-D67E-B51E6A6CDEA0}"/>
              </a:ext>
            </a:extLst>
          </p:cNvPr>
          <p:cNvGrpSpPr/>
          <p:nvPr/>
        </p:nvGrpSpPr>
        <p:grpSpPr>
          <a:xfrm>
            <a:off x="0" y="4554602"/>
            <a:ext cx="6712162" cy="4232459"/>
            <a:chOff x="0" y="5124780"/>
            <a:chExt cx="6712162" cy="423245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F812B49-7D6D-42A0-2A81-A25B5274C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596468"/>
              <a:ext cx="4644189" cy="3760771"/>
            </a:xfrm>
            <a:prstGeom prst="rect">
              <a:avLst/>
            </a:prstGeom>
          </p:spPr>
        </p:pic>
        <p:pic>
          <p:nvPicPr>
            <p:cNvPr id="16" name="Picture 15" descr="A group of people standing outside a water pump&#10;&#10;Description automatically generated">
              <a:extLst>
                <a:ext uri="{FF2B5EF4-FFF2-40B4-BE49-F238E27FC236}">
                  <a16:creationId xmlns:a16="http://schemas.microsoft.com/office/drawing/2014/main" id="{B6A37F0E-B094-5D2C-DCF3-8CC259782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2667" y="7404155"/>
              <a:ext cx="1980247" cy="1679103"/>
            </a:xfrm>
            <a:prstGeom prst="rect">
              <a:avLst/>
            </a:prstGeom>
          </p:spPr>
        </p:pic>
        <p:pic>
          <p:nvPicPr>
            <p:cNvPr id="26" name="Picture 25" descr="A faucet pouring water into a glass&#10;&#10;Description automatically generated">
              <a:extLst>
                <a:ext uri="{FF2B5EF4-FFF2-40B4-BE49-F238E27FC236}">
                  <a16:creationId xmlns:a16="http://schemas.microsoft.com/office/drawing/2014/main" id="{5AF60EE3-99C7-9105-E16C-D2E3C323C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1915" y="5124780"/>
              <a:ext cx="1980247" cy="1679103"/>
            </a:xfrm>
            <a:prstGeom prst="rect">
              <a:avLst/>
            </a:prstGeom>
          </p:spPr>
        </p:pic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A1AA32ED-F418-0B21-F189-DC0918DA45A8}"/>
                </a:ext>
              </a:extLst>
            </p:cNvPr>
            <p:cNvSpPr/>
            <p:nvPr/>
          </p:nvSpPr>
          <p:spPr>
            <a:xfrm rot="14399356">
              <a:off x="4542064" y="6455395"/>
              <a:ext cx="206011" cy="171018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A391858-1BC2-8E56-44B0-11FEBC99377F}"/>
              </a:ext>
            </a:extLst>
          </p:cNvPr>
          <p:cNvSpPr txBox="1"/>
          <p:nvPr/>
        </p:nvSpPr>
        <p:spPr>
          <a:xfrm>
            <a:off x="7398" y="4678590"/>
            <a:ext cx="3662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hi-IN" sz="2800" dirty="0">
                <a:solidFill>
                  <a:srgbClr val="002060"/>
                </a:solidFill>
                <a:latin typeface="inherit"/>
                <a:cs typeface="Mangal" panose="02040503050203030202" pitchFamily="18" charset="0"/>
              </a:rPr>
              <a:t>परिणाम</a:t>
            </a:r>
            <a:endParaRPr lang="en-CA" sz="2800" dirty="0">
              <a:solidFill>
                <a:srgbClr val="002060"/>
              </a:solidFill>
              <a:latin typeface="inherit"/>
              <a:cs typeface="Mangal" panose="02040503050203030202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CA9A3-4AD0-1386-2E46-8FBBAF5704BE}"/>
              </a:ext>
            </a:extLst>
          </p:cNvPr>
          <p:cNvSpPr txBox="1"/>
          <p:nvPr/>
        </p:nvSpPr>
        <p:spPr>
          <a:xfrm>
            <a:off x="7398" y="8932110"/>
            <a:ext cx="3662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hi-IN" sz="2800" dirty="0">
                <a:solidFill>
                  <a:srgbClr val="002060"/>
                </a:solidFill>
                <a:latin typeface="inherit"/>
                <a:cs typeface="Mangal" panose="02040503050203030202" pitchFamily="18" charset="0"/>
              </a:rPr>
              <a:t>सलाह</a:t>
            </a:r>
            <a:endParaRPr lang="en-CA" sz="2800" dirty="0">
              <a:solidFill>
                <a:srgbClr val="002060"/>
              </a:solidFill>
              <a:latin typeface="inherit"/>
              <a:cs typeface="Mangal" panose="02040503050203030202" pitchFamily="18" charset="0"/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4C73B15-D349-307E-6CF0-45343E9EA5C4}"/>
              </a:ext>
            </a:extLst>
          </p:cNvPr>
          <p:cNvSpPr/>
          <p:nvPr/>
        </p:nvSpPr>
        <p:spPr>
          <a:xfrm rot="16629240">
            <a:off x="3741637" y="6488391"/>
            <a:ext cx="222925" cy="261825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6" name="Picture 5" descr="A red x on a black background&#10;&#10;Description automatically generated">
            <a:extLst>
              <a:ext uri="{FF2B5EF4-FFF2-40B4-BE49-F238E27FC236}">
                <a16:creationId xmlns:a16="http://schemas.microsoft.com/office/drawing/2014/main" id="{4BC09BA9-0011-B718-1759-3129993127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789" y="8019154"/>
            <a:ext cx="942193" cy="954361"/>
          </a:xfrm>
          <a:prstGeom prst="rect">
            <a:avLst/>
          </a:prstGeom>
        </p:spPr>
      </p:pic>
      <p:pic>
        <p:nvPicPr>
          <p:cNvPr id="15" name="Picture 14" descr="A green check mark on a black background&#10;&#10;Description automatically generated">
            <a:extLst>
              <a:ext uri="{FF2B5EF4-FFF2-40B4-BE49-F238E27FC236}">
                <a16:creationId xmlns:a16="http://schemas.microsoft.com/office/drawing/2014/main" id="{5F2A02D6-A6E7-A545-E351-D158E1AC9B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710" y="5536660"/>
            <a:ext cx="1177434" cy="111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9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578</TotalTime>
  <Words>63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</vt:lpstr>
      <vt:lpstr>inherit</vt:lpstr>
      <vt:lpstr>Mangal</vt:lpstr>
      <vt:lpstr>Times New Roman</vt:lpstr>
      <vt:lpstr>Wingdings</vt:lpstr>
      <vt:lpstr>Office Theme</vt:lpstr>
      <vt:lpstr>Water Resources Management in Rania-Khan Chandpur Villages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Phytoremediation </dc:title>
  <dc:creator>Vivek Nair</dc:creator>
  <cp:lastModifiedBy>Pankaj  Kumar Gupta</cp:lastModifiedBy>
  <cp:revision>32</cp:revision>
  <dcterms:created xsi:type="dcterms:W3CDTF">2024-02-08T05:18:41Z</dcterms:created>
  <dcterms:modified xsi:type="dcterms:W3CDTF">2024-02-10T10:39:02Z</dcterms:modified>
</cp:coreProperties>
</file>