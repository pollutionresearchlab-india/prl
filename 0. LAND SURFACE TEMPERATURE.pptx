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2404050" cy="43205400"/>
  <p:notesSz cx="6858000" cy="9144000"/>
  <p:defaultTextStyle>
    <a:defPPr>
      <a:defRPr lang="en-US"/>
    </a:defPPr>
    <a:lvl1pPr marL="0" algn="l" defTabSz="4360858" rtl="0" eaLnBrk="1" latinLnBrk="0" hangingPunct="1">
      <a:defRPr sz="8500" kern="1200">
        <a:solidFill>
          <a:schemeClr val="tx1"/>
        </a:solidFill>
        <a:latin typeface="+mn-lt"/>
        <a:ea typeface="+mn-ea"/>
        <a:cs typeface="+mn-cs"/>
      </a:defRPr>
    </a:lvl1pPr>
    <a:lvl2pPr marL="2180432" algn="l" defTabSz="4360858" rtl="0" eaLnBrk="1" latinLnBrk="0" hangingPunct="1">
      <a:defRPr sz="8500" kern="1200">
        <a:solidFill>
          <a:schemeClr val="tx1"/>
        </a:solidFill>
        <a:latin typeface="+mn-lt"/>
        <a:ea typeface="+mn-ea"/>
        <a:cs typeface="+mn-cs"/>
      </a:defRPr>
    </a:lvl2pPr>
    <a:lvl3pPr marL="4360858" algn="l" defTabSz="4360858" rtl="0" eaLnBrk="1" latinLnBrk="0" hangingPunct="1">
      <a:defRPr sz="8500" kern="1200">
        <a:solidFill>
          <a:schemeClr val="tx1"/>
        </a:solidFill>
        <a:latin typeface="+mn-lt"/>
        <a:ea typeface="+mn-ea"/>
        <a:cs typeface="+mn-cs"/>
      </a:defRPr>
    </a:lvl3pPr>
    <a:lvl4pPr marL="6541290" algn="l" defTabSz="4360858" rtl="0" eaLnBrk="1" latinLnBrk="0" hangingPunct="1">
      <a:defRPr sz="8500" kern="1200">
        <a:solidFill>
          <a:schemeClr val="tx1"/>
        </a:solidFill>
        <a:latin typeface="+mn-lt"/>
        <a:ea typeface="+mn-ea"/>
        <a:cs typeface="+mn-cs"/>
      </a:defRPr>
    </a:lvl4pPr>
    <a:lvl5pPr marL="8721717" algn="l" defTabSz="4360858" rtl="0" eaLnBrk="1" latinLnBrk="0" hangingPunct="1">
      <a:defRPr sz="8500" kern="1200">
        <a:solidFill>
          <a:schemeClr val="tx1"/>
        </a:solidFill>
        <a:latin typeface="+mn-lt"/>
        <a:ea typeface="+mn-ea"/>
        <a:cs typeface="+mn-cs"/>
      </a:defRPr>
    </a:lvl5pPr>
    <a:lvl6pPr marL="10902148" algn="l" defTabSz="4360858" rtl="0" eaLnBrk="1" latinLnBrk="0" hangingPunct="1">
      <a:defRPr sz="8500" kern="1200">
        <a:solidFill>
          <a:schemeClr val="tx1"/>
        </a:solidFill>
        <a:latin typeface="+mn-lt"/>
        <a:ea typeface="+mn-ea"/>
        <a:cs typeface="+mn-cs"/>
      </a:defRPr>
    </a:lvl6pPr>
    <a:lvl7pPr marL="13082580" algn="l" defTabSz="4360858" rtl="0" eaLnBrk="1" latinLnBrk="0" hangingPunct="1">
      <a:defRPr sz="8500" kern="1200">
        <a:solidFill>
          <a:schemeClr val="tx1"/>
        </a:solidFill>
        <a:latin typeface="+mn-lt"/>
        <a:ea typeface="+mn-ea"/>
        <a:cs typeface="+mn-cs"/>
      </a:defRPr>
    </a:lvl7pPr>
    <a:lvl8pPr marL="15263007" algn="l" defTabSz="4360858" rtl="0" eaLnBrk="1" latinLnBrk="0" hangingPunct="1">
      <a:defRPr sz="8500" kern="1200">
        <a:solidFill>
          <a:schemeClr val="tx1"/>
        </a:solidFill>
        <a:latin typeface="+mn-lt"/>
        <a:ea typeface="+mn-ea"/>
        <a:cs typeface="+mn-cs"/>
      </a:defRPr>
    </a:lvl8pPr>
    <a:lvl9pPr marL="17443438" algn="l" defTabSz="4360858" rtl="0" eaLnBrk="1" latinLnBrk="0" hangingPunct="1">
      <a:defRPr sz="8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8">
          <p15:clr>
            <a:srgbClr val="A4A3A4"/>
          </p15:clr>
        </p15:guide>
        <p15:guide id="2" pos="1020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BFFF"/>
    <a:srgbClr val="00CCFF"/>
    <a:srgbClr val="E9DB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5" d="100"/>
          <a:sy n="15" d="100"/>
        </p:scale>
        <p:origin x="2260" y="148"/>
      </p:cViewPr>
      <p:guideLst>
        <p:guide orient="horz" pos="13608"/>
        <p:guide pos="1020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30304" y="13421680"/>
            <a:ext cx="27543443" cy="9261158"/>
          </a:xfrm>
        </p:spPr>
        <p:txBody>
          <a:bodyPr/>
          <a:lstStyle/>
          <a:p>
            <a:r>
              <a:rPr lang="en-US"/>
              <a:t>Click to edit Master title style</a:t>
            </a:r>
            <a:endParaRPr lang="en-IN"/>
          </a:p>
        </p:txBody>
      </p:sp>
      <p:sp>
        <p:nvSpPr>
          <p:cNvPr id="3" name="Subtitle 2"/>
          <p:cNvSpPr>
            <a:spLocks noGrp="1"/>
          </p:cNvSpPr>
          <p:nvPr>
            <p:ph type="subTitle" idx="1"/>
          </p:nvPr>
        </p:nvSpPr>
        <p:spPr>
          <a:xfrm>
            <a:off x="4860608" y="24483060"/>
            <a:ext cx="22682835" cy="11041380"/>
          </a:xfrm>
        </p:spPr>
        <p:txBody>
          <a:bodyPr/>
          <a:lstStyle>
            <a:lvl1pPr marL="0" indent="0" algn="ctr">
              <a:buNone/>
              <a:defRPr>
                <a:solidFill>
                  <a:schemeClr val="tx1">
                    <a:tint val="75000"/>
                  </a:schemeClr>
                </a:solidFill>
              </a:defRPr>
            </a:lvl1pPr>
            <a:lvl2pPr marL="2159859" indent="0" algn="ctr">
              <a:buNone/>
              <a:defRPr>
                <a:solidFill>
                  <a:schemeClr val="tx1">
                    <a:tint val="75000"/>
                  </a:schemeClr>
                </a:solidFill>
              </a:defRPr>
            </a:lvl2pPr>
            <a:lvl3pPr marL="4319718" indent="0" algn="ctr">
              <a:buNone/>
              <a:defRPr>
                <a:solidFill>
                  <a:schemeClr val="tx1">
                    <a:tint val="75000"/>
                  </a:schemeClr>
                </a:solidFill>
              </a:defRPr>
            </a:lvl3pPr>
            <a:lvl4pPr marL="6479577" indent="0" algn="ctr">
              <a:buNone/>
              <a:defRPr>
                <a:solidFill>
                  <a:schemeClr val="tx1">
                    <a:tint val="75000"/>
                  </a:schemeClr>
                </a:solidFill>
              </a:defRPr>
            </a:lvl4pPr>
            <a:lvl5pPr marL="8639440" indent="0" algn="ctr">
              <a:buNone/>
              <a:defRPr>
                <a:solidFill>
                  <a:schemeClr val="tx1">
                    <a:tint val="75000"/>
                  </a:schemeClr>
                </a:solidFill>
              </a:defRPr>
            </a:lvl5pPr>
            <a:lvl6pPr marL="10799299" indent="0" algn="ctr">
              <a:buNone/>
              <a:defRPr>
                <a:solidFill>
                  <a:schemeClr val="tx1">
                    <a:tint val="75000"/>
                  </a:schemeClr>
                </a:solidFill>
              </a:defRPr>
            </a:lvl6pPr>
            <a:lvl7pPr marL="12959158" indent="0" algn="ctr">
              <a:buNone/>
              <a:defRPr>
                <a:solidFill>
                  <a:schemeClr val="tx1">
                    <a:tint val="75000"/>
                  </a:schemeClr>
                </a:solidFill>
              </a:defRPr>
            </a:lvl7pPr>
            <a:lvl8pPr marL="15119017" indent="0" algn="ctr">
              <a:buNone/>
              <a:defRPr>
                <a:solidFill>
                  <a:schemeClr val="tx1">
                    <a:tint val="75000"/>
                  </a:schemeClr>
                </a:solidFill>
              </a:defRPr>
            </a:lvl8pPr>
            <a:lvl9pPr marL="17278876"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6C4661E-AE04-4229-AF98-B00ADD16FECB}"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70A804-63C2-48B7-B895-9DEDCA2CEE68}" type="slidenum">
              <a:rPr lang="en-IN" smtClean="0"/>
              <a:t>‹#›</a:t>
            </a:fld>
            <a:endParaRPr lang="en-IN"/>
          </a:p>
        </p:txBody>
      </p:sp>
    </p:spTree>
    <p:extLst>
      <p:ext uri="{BB962C8B-B14F-4D97-AF65-F5344CB8AC3E}">
        <p14:creationId xmlns:p14="http://schemas.microsoft.com/office/powerpoint/2010/main" val="4207536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6C4661E-AE04-4229-AF98-B00ADD16FECB}"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70A804-63C2-48B7-B895-9DEDCA2CEE68}" type="slidenum">
              <a:rPr lang="en-IN" smtClean="0"/>
              <a:t>‹#›</a:t>
            </a:fld>
            <a:endParaRPr lang="en-IN"/>
          </a:p>
        </p:txBody>
      </p:sp>
    </p:spTree>
    <p:extLst>
      <p:ext uri="{BB962C8B-B14F-4D97-AF65-F5344CB8AC3E}">
        <p14:creationId xmlns:p14="http://schemas.microsoft.com/office/powerpoint/2010/main" val="1108277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59696" y="27763479"/>
            <a:ext cx="27543443" cy="8581073"/>
          </a:xfrm>
        </p:spPr>
        <p:txBody>
          <a:bodyPr anchor="t"/>
          <a:lstStyle>
            <a:lvl1pPr algn="l">
              <a:defRPr sz="18900" b="1" cap="all"/>
            </a:lvl1pPr>
          </a:lstStyle>
          <a:p>
            <a:r>
              <a:rPr lang="en-US"/>
              <a:t>Click to edit Master title style</a:t>
            </a:r>
            <a:endParaRPr lang="en-IN"/>
          </a:p>
        </p:txBody>
      </p:sp>
      <p:sp>
        <p:nvSpPr>
          <p:cNvPr id="3" name="Text Placeholder 2"/>
          <p:cNvSpPr>
            <a:spLocks noGrp="1"/>
          </p:cNvSpPr>
          <p:nvPr>
            <p:ph type="body" idx="1"/>
          </p:nvPr>
        </p:nvSpPr>
        <p:spPr>
          <a:xfrm>
            <a:off x="2559696" y="18312295"/>
            <a:ext cx="27543443" cy="9451178"/>
          </a:xfrm>
        </p:spPr>
        <p:txBody>
          <a:bodyPr anchor="b"/>
          <a:lstStyle>
            <a:lvl1pPr marL="0" indent="0">
              <a:buNone/>
              <a:defRPr sz="9500">
                <a:solidFill>
                  <a:schemeClr val="tx1">
                    <a:tint val="75000"/>
                  </a:schemeClr>
                </a:solidFill>
              </a:defRPr>
            </a:lvl1pPr>
            <a:lvl2pPr marL="2159859" indent="0">
              <a:buNone/>
              <a:defRPr sz="8500">
                <a:solidFill>
                  <a:schemeClr val="tx1">
                    <a:tint val="75000"/>
                  </a:schemeClr>
                </a:solidFill>
              </a:defRPr>
            </a:lvl2pPr>
            <a:lvl3pPr marL="4319718" indent="0">
              <a:buNone/>
              <a:defRPr sz="7600">
                <a:solidFill>
                  <a:schemeClr val="tx1">
                    <a:tint val="75000"/>
                  </a:schemeClr>
                </a:solidFill>
              </a:defRPr>
            </a:lvl3pPr>
            <a:lvl4pPr marL="6479577" indent="0">
              <a:buNone/>
              <a:defRPr sz="6600">
                <a:solidFill>
                  <a:schemeClr val="tx1">
                    <a:tint val="75000"/>
                  </a:schemeClr>
                </a:solidFill>
              </a:defRPr>
            </a:lvl4pPr>
            <a:lvl5pPr marL="8639440" indent="0">
              <a:buNone/>
              <a:defRPr sz="6600">
                <a:solidFill>
                  <a:schemeClr val="tx1">
                    <a:tint val="75000"/>
                  </a:schemeClr>
                </a:solidFill>
              </a:defRPr>
            </a:lvl5pPr>
            <a:lvl6pPr marL="10799299" indent="0">
              <a:buNone/>
              <a:defRPr sz="6600">
                <a:solidFill>
                  <a:schemeClr val="tx1">
                    <a:tint val="75000"/>
                  </a:schemeClr>
                </a:solidFill>
              </a:defRPr>
            </a:lvl6pPr>
            <a:lvl7pPr marL="12959158" indent="0">
              <a:buNone/>
              <a:defRPr sz="6600">
                <a:solidFill>
                  <a:schemeClr val="tx1">
                    <a:tint val="75000"/>
                  </a:schemeClr>
                </a:solidFill>
              </a:defRPr>
            </a:lvl7pPr>
            <a:lvl8pPr marL="15119017" indent="0">
              <a:buNone/>
              <a:defRPr sz="6600">
                <a:solidFill>
                  <a:schemeClr val="tx1">
                    <a:tint val="75000"/>
                  </a:schemeClr>
                </a:solidFill>
              </a:defRPr>
            </a:lvl8pPr>
            <a:lvl9pPr marL="17278876" indent="0">
              <a:buNone/>
              <a:defRPr sz="6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C4661E-AE04-4229-AF98-B00ADD16FECB}"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70A804-63C2-48B7-B895-9DEDCA2CEE68}" type="slidenum">
              <a:rPr lang="en-IN" smtClean="0"/>
              <a:t>‹#›</a:t>
            </a:fld>
            <a:endParaRPr lang="en-IN"/>
          </a:p>
        </p:txBody>
      </p:sp>
    </p:spTree>
    <p:extLst>
      <p:ext uri="{BB962C8B-B14F-4D97-AF65-F5344CB8AC3E}">
        <p14:creationId xmlns:p14="http://schemas.microsoft.com/office/powerpoint/2010/main" val="3625226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5743846" y="63507947"/>
            <a:ext cx="51402048" cy="179642453"/>
          </a:xfrm>
        </p:spPr>
        <p:txBody>
          <a:bodyPr/>
          <a:lstStyle>
            <a:lvl1pPr>
              <a:defRPr sz="13200"/>
            </a:lvl1pPr>
            <a:lvl2pPr>
              <a:defRPr sz="11300"/>
            </a:lvl2pPr>
            <a:lvl3pPr>
              <a:defRPr sz="9500"/>
            </a:lvl3pPr>
            <a:lvl4pPr>
              <a:defRPr sz="8500"/>
            </a:lvl4pPr>
            <a:lvl5pPr>
              <a:defRPr sz="8500"/>
            </a:lvl5pPr>
            <a:lvl6pPr>
              <a:defRPr sz="8500"/>
            </a:lvl6pPr>
            <a:lvl7pPr>
              <a:defRPr sz="8500"/>
            </a:lvl7pPr>
            <a:lvl8pPr>
              <a:defRPr sz="8500"/>
            </a:lvl8pPr>
            <a:lvl9pPr>
              <a:defRPr sz="8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57685960" y="63507947"/>
            <a:ext cx="51402051" cy="179642453"/>
          </a:xfrm>
        </p:spPr>
        <p:txBody>
          <a:bodyPr/>
          <a:lstStyle>
            <a:lvl1pPr>
              <a:defRPr sz="13200"/>
            </a:lvl1pPr>
            <a:lvl2pPr>
              <a:defRPr sz="11300"/>
            </a:lvl2pPr>
            <a:lvl3pPr>
              <a:defRPr sz="9500"/>
            </a:lvl3pPr>
            <a:lvl4pPr>
              <a:defRPr sz="8500"/>
            </a:lvl4pPr>
            <a:lvl5pPr>
              <a:defRPr sz="8500"/>
            </a:lvl5pPr>
            <a:lvl6pPr>
              <a:defRPr sz="8500"/>
            </a:lvl6pPr>
            <a:lvl7pPr>
              <a:defRPr sz="8500"/>
            </a:lvl7pPr>
            <a:lvl8pPr>
              <a:defRPr sz="8500"/>
            </a:lvl8pPr>
            <a:lvl9pPr>
              <a:defRPr sz="8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6C4661E-AE04-4229-AF98-B00ADD16FECB}"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70A804-63C2-48B7-B895-9DEDCA2CEE68}" type="slidenum">
              <a:rPr lang="en-IN" smtClean="0"/>
              <a:t>‹#›</a:t>
            </a:fld>
            <a:endParaRPr lang="en-IN"/>
          </a:p>
        </p:txBody>
      </p:sp>
    </p:spTree>
    <p:extLst>
      <p:ext uri="{BB962C8B-B14F-4D97-AF65-F5344CB8AC3E}">
        <p14:creationId xmlns:p14="http://schemas.microsoft.com/office/powerpoint/2010/main" val="457034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20203" y="1730219"/>
            <a:ext cx="29163645" cy="72009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1620203" y="9671212"/>
            <a:ext cx="14317416" cy="4030501"/>
          </a:xfrm>
        </p:spPr>
        <p:txBody>
          <a:bodyPr anchor="b"/>
          <a:lstStyle>
            <a:lvl1pPr marL="0" indent="0">
              <a:buNone/>
              <a:defRPr sz="11300" b="1"/>
            </a:lvl1pPr>
            <a:lvl2pPr marL="2159859" indent="0">
              <a:buNone/>
              <a:defRPr sz="9500" b="1"/>
            </a:lvl2pPr>
            <a:lvl3pPr marL="4319718" indent="0">
              <a:buNone/>
              <a:defRPr sz="8500" b="1"/>
            </a:lvl3pPr>
            <a:lvl4pPr marL="6479577" indent="0">
              <a:buNone/>
              <a:defRPr sz="7600" b="1"/>
            </a:lvl4pPr>
            <a:lvl5pPr marL="8639440" indent="0">
              <a:buNone/>
              <a:defRPr sz="7600" b="1"/>
            </a:lvl5pPr>
            <a:lvl6pPr marL="10799299" indent="0">
              <a:buNone/>
              <a:defRPr sz="7600" b="1"/>
            </a:lvl6pPr>
            <a:lvl7pPr marL="12959158" indent="0">
              <a:buNone/>
              <a:defRPr sz="7600" b="1"/>
            </a:lvl7pPr>
            <a:lvl8pPr marL="15119017" indent="0">
              <a:buNone/>
              <a:defRPr sz="7600" b="1"/>
            </a:lvl8pPr>
            <a:lvl9pPr marL="17278876" indent="0">
              <a:buNone/>
              <a:defRPr sz="7600" b="1"/>
            </a:lvl9pPr>
          </a:lstStyle>
          <a:p>
            <a:pPr lvl="0"/>
            <a:r>
              <a:rPr lang="en-US"/>
              <a:t>Click to edit Master text styles</a:t>
            </a:r>
          </a:p>
        </p:txBody>
      </p:sp>
      <p:sp>
        <p:nvSpPr>
          <p:cNvPr id="4" name="Content Placeholder 3"/>
          <p:cNvSpPr>
            <a:spLocks noGrp="1"/>
          </p:cNvSpPr>
          <p:nvPr>
            <p:ph sz="half" idx="2"/>
          </p:nvPr>
        </p:nvSpPr>
        <p:spPr>
          <a:xfrm>
            <a:off x="1620203" y="13701713"/>
            <a:ext cx="14317416" cy="24893114"/>
          </a:xfrm>
        </p:spPr>
        <p:txBody>
          <a:bodyPr/>
          <a:lstStyle>
            <a:lvl1pPr>
              <a:defRPr sz="11300"/>
            </a:lvl1pPr>
            <a:lvl2pPr>
              <a:defRPr sz="9500"/>
            </a:lvl2pPr>
            <a:lvl3pPr>
              <a:defRPr sz="8500"/>
            </a:lvl3pPr>
            <a:lvl4pPr>
              <a:defRPr sz="7600"/>
            </a:lvl4pPr>
            <a:lvl5pPr>
              <a:defRPr sz="7600"/>
            </a:lvl5pPr>
            <a:lvl6pPr>
              <a:defRPr sz="7600"/>
            </a:lvl6pPr>
            <a:lvl7pPr>
              <a:defRPr sz="7600"/>
            </a:lvl7pPr>
            <a:lvl8pPr>
              <a:defRPr sz="7600"/>
            </a:lvl8pPr>
            <a:lvl9pPr>
              <a:defRPr sz="7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16460809" y="9671212"/>
            <a:ext cx="14323040" cy="4030501"/>
          </a:xfrm>
        </p:spPr>
        <p:txBody>
          <a:bodyPr anchor="b"/>
          <a:lstStyle>
            <a:lvl1pPr marL="0" indent="0">
              <a:buNone/>
              <a:defRPr sz="11300" b="1"/>
            </a:lvl1pPr>
            <a:lvl2pPr marL="2159859" indent="0">
              <a:buNone/>
              <a:defRPr sz="9500" b="1"/>
            </a:lvl2pPr>
            <a:lvl3pPr marL="4319718" indent="0">
              <a:buNone/>
              <a:defRPr sz="8500" b="1"/>
            </a:lvl3pPr>
            <a:lvl4pPr marL="6479577" indent="0">
              <a:buNone/>
              <a:defRPr sz="7600" b="1"/>
            </a:lvl4pPr>
            <a:lvl5pPr marL="8639440" indent="0">
              <a:buNone/>
              <a:defRPr sz="7600" b="1"/>
            </a:lvl5pPr>
            <a:lvl6pPr marL="10799299" indent="0">
              <a:buNone/>
              <a:defRPr sz="7600" b="1"/>
            </a:lvl6pPr>
            <a:lvl7pPr marL="12959158" indent="0">
              <a:buNone/>
              <a:defRPr sz="7600" b="1"/>
            </a:lvl7pPr>
            <a:lvl8pPr marL="15119017" indent="0">
              <a:buNone/>
              <a:defRPr sz="7600" b="1"/>
            </a:lvl8pPr>
            <a:lvl9pPr marL="17278876" indent="0">
              <a:buNone/>
              <a:defRPr sz="7600" b="1"/>
            </a:lvl9pPr>
          </a:lstStyle>
          <a:p>
            <a:pPr lvl="0"/>
            <a:r>
              <a:rPr lang="en-US"/>
              <a:t>Click to edit Master text styles</a:t>
            </a:r>
          </a:p>
        </p:txBody>
      </p:sp>
      <p:sp>
        <p:nvSpPr>
          <p:cNvPr id="6" name="Content Placeholder 5"/>
          <p:cNvSpPr>
            <a:spLocks noGrp="1"/>
          </p:cNvSpPr>
          <p:nvPr>
            <p:ph sz="quarter" idx="4"/>
          </p:nvPr>
        </p:nvSpPr>
        <p:spPr>
          <a:xfrm>
            <a:off x="16460809" y="13701713"/>
            <a:ext cx="14323040" cy="24893114"/>
          </a:xfrm>
        </p:spPr>
        <p:txBody>
          <a:bodyPr/>
          <a:lstStyle>
            <a:lvl1pPr>
              <a:defRPr sz="11300"/>
            </a:lvl1pPr>
            <a:lvl2pPr>
              <a:defRPr sz="9500"/>
            </a:lvl2pPr>
            <a:lvl3pPr>
              <a:defRPr sz="8500"/>
            </a:lvl3pPr>
            <a:lvl4pPr>
              <a:defRPr sz="7600"/>
            </a:lvl4pPr>
            <a:lvl5pPr>
              <a:defRPr sz="7600"/>
            </a:lvl5pPr>
            <a:lvl6pPr>
              <a:defRPr sz="7600"/>
            </a:lvl6pPr>
            <a:lvl7pPr>
              <a:defRPr sz="7600"/>
            </a:lvl7pPr>
            <a:lvl8pPr>
              <a:defRPr sz="7600"/>
            </a:lvl8pPr>
            <a:lvl9pPr>
              <a:defRPr sz="7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6C4661E-AE04-4229-AF98-B00ADD16FECB}" type="datetimeFigureOut">
              <a:rPr lang="en-IN" smtClean="0"/>
              <a:t>12-12-2025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870A804-63C2-48B7-B895-9DEDCA2CEE68}" type="slidenum">
              <a:rPr lang="en-IN" smtClean="0"/>
              <a:t>‹#›</a:t>
            </a:fld>
            <a:endParaRPr lang="en-IN"/>
          </a:p>
        </p:txBody>
      </p:sp>
    </p:spTree>
    <p:extLst>
      <p:ext uri="{BB962C8B-B14F-4D97-AF65-F5344CB8AC3E}">
        <p14:creationId xmlns:p14="http://schemas.microsoft.com/office/powerpoint/2010/main" val="234122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6C4661E-AE04-4229-AF98-B00ADD16FECB}" type="datetimeFigureOut">
              <a:rPr lang="en-IN" smtClean="0"/>
              <a:t>12-12-2025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870A804-63C2-48B7-B895-9DEDCA2CEE68}" type="slidenum">
              <a:rPr lang="en-IN" smtClean="0"/>
              <a:t>‹#›</a:t>
            </a:fld>
            <a:endParaRPr lang="en-IN"/>
          </a:p>
        </p:txBody>
      </p:sp>
    </p:spTree>
    <p:extLst>
      <p:ext uri="{BB962C8B-B14F-4D97-AF65-F5344CB8AC3E}">
        <p14:creationId xmlns:p14="http://schemas.microsoft.com/office/powerpoint/2010/main" val="2823581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C4661E-AE04-4229-AF98-B00ADD16FECB}" type="datetimeFigureOut">
              <a:rPr lang="en-IN" smtClean="0"/>
              <a:t>12-12-2025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870A804-63C2-48B7-B895-9DEDCA2CEE68}" type="slidenum">
              <a:rPr lang="en-IN" smtClean="0"/>
              <a:t>‹#›</a:t>
            </a:fld>
            <a:endParaRPr lang="en-IN"/>
          </a:p>
        </p:txBody>
      </p:sp>
    </p:spTree>
    <p:extLst>
      <p:ext uri="{BB962C8B-B14F-4D97-AF65-F5344CB8AC3E}">
        <p14:creationId xmlns:p14="http://schemas.microsoft.com/office/powerpoint/2010/main" val="1436646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20208" y="1720215"/>
            <a:ext cx="10660709" cy="7320915"/>
          </a:xfrm>
        </p:spPr>
        <p:txBody>
          <a:bodyPr anchor="b"/>
          <a:lstStyle>
            <a:lvl1pPr algn="l">
              <a:defRPr sz="9500" b="1"/>
            </a:lvl1pPr>
          </a:lstStyle>
          <a:p>
            <a:r>
              <a:rPr lang="en-US"/>
              <a:t>Click to edit Master title style</a:t>
            </a:r>
            <a:endParaRPr lang="en-IN"/>
          </a:p>
        </p:txBody>
      </p:sp>
      <p:sp>
        <p:nvSpPr>
          <p:cNvPr id="3" name="Content Placeholder 2"/>
          <p:cNvSpPr>
            <a:spLocks noGrp="1"/>
          </p:cNvSpPr>
          <p:nvPr>
            <p:ph idx="1"/>
          </p:nvPr>
        </p:nvSpPr>
        <p:spPr>
          <a:xfrm>
            <a:off x="12669083" y="1720218"/>
            <a:ext cx="18114764" cy="36874612"/>
          </a:xfrm>
        </p:spPr>
        <p:txBody>
          <a:bodyPr/>
          <a:lstStyle>
            <a:lvl1pPr>
              <a:defRPr sz="15100"/>
            </a:lvl1pPr>
            <a:lvl2pPr>
              <a:defRPr sz="13200"/>
            </a:lvl2pPr>
            <a:lvl3pPr>
              <a:defRPr sz="11300"/>
            </a:lvl3pPr>
            <a:lvl4pPr>
              <a:defRPr sz="9500"/>
            </a:lvl4pPr>
            <a:lvl5pPr>
              <a:defRPr sz="9500"/>
            </a:lvl5pPr>
            <a:lvl6pPr>
              <a:defRPr sz="9500"/>
            </a:lvl6pPr>
            <a:lvl7pPr>
              <a:defRPr sz="9500"/>
            </a:lvl7pPr>
            <a:lvl8pPr>
              <a:defRPr sz="9500"/>
            </a:lvl8pPr>
            <a:lvl9pPr>
              <a:defRPr sz="9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1620208" y="9041139"/>
            <a:ext cx="10660709" cy="29553697"/>
          </a:xfrm>
        </p:spPr>
        <p:txBody>
          <a:bodyPr/>
          <a:lstStyle>
            <a:lvl1pPr marL="0" indent="0">
              <a:buNone/>
              <a:defRPr sz="6600"/>
            </a:lvl1pPr>
            <a:lvl2pPr marL="2159859" indent="0">
              <a:buNone/>
              <a:defRPr sz="5700"/>
            </a:lvl2pPr>
            <a:lvl3pPr marL="4319718" indent="0">
              <a:buNone/>
              <a:defRPr sz="4700"/>
            </a:lvl3pPr>
            <a:lvl4pPr marL="6479577" indent="0">
              <a:buNone/>
              <a:defRPr sz="4300"/>
            </a:lvl4pPr>
            <a:lvl5pPr marL="8639440" indent="0">
              <a:buNone/>
              <a:defRPr sz="4300"/>
            </a:lvl5pPr>
            <a:lvl6pPr marL="10799299" indent="0">
              <a:buNone/>
              <a:defRPr sz="4300"/>
            </a:lvl6pPr>
            <a:lvl7pPr marL="12959158" indent="0">
              <a:buNone/>
              <a:defRPr sz="4300"/>
            </a:lvl7pPr>
            <a:lvl8pPr marL="15119017" indent="0">
              <a:buNone/>
              <a:defRPr sz="4300"/>
            </a:lvl8pPr>
            <a:lvl9pPr marL="17278876"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66C4661E-AE04-4229-AF98-B00ADD16FECB}"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70A804-63C2-48B7-B895-9DEDCA2CEE68}" type="slidenum">
              <a:rPr lang="en-IN" smtClean="0"/>
              <a:t>‹#›</a:t>
            </a:fld>
            <a:endParaRPr lang="en-IN"/>
          </a:p>
        </p:txBody>
      </p:sp>
    </p:spTree>
    <p:extLst>
      <p:ext uri="{BB962C8B-B14F-4D97-AF65-F5344CB8AC3E}">
        <p14:creationId xmlns:p14="http://schemas.microsoft.com/office/powerpoint/2010/main" val="3198894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51421" y="30243780"/>
            <a:ext cx="19442430" cy="3570449"/>
          </a:xfrm>
        </p:spPr>
        <p:txBody>
          <a:bodyPr anchor="b"/>
          <a:lstStyle>
            <a:lvl1pPr algn="l">
              <a:defRPr sz="9500" b="1"/>
            </a:lvl1pPr>
          </a:lstStyle>
          <a:p>
            <a:r>
              <a:rPr lang="en-US"/>
              <a:t>Click to edit Master title style</a:t>
            </a:r>
            <a:endParaRPr lang="en-IN"/>
          </a:p>
        </p:txBody>
      </p:sp>
      <p:sp>
        <p:nvSpPr>
          <p:cNvPr id="3" name="Picture Placeholder 2"/>
          <p:cNvSpPr>
            <a:spLocks noGrp="1"/>
          </p:cNvSpPr>
          <p:nvPr>
            <p:ph type="pic" idx="1"/>
          </p:nvPr>
        </p:nvSpPr>
        <p:spPr>
          <a:xfrm>
            <a:off x="6351421" y="3860482"/>
            <a:ext cx="19442430" cy="25923240"/>
          </a:xfrm>
        </p:spPr>
        <p:txBody>
          <a:bodyPr/>
          <a:lstStyle>
            <a:lvl1pPr marL="0" indent="0">
              <a:buNone/>
              <a:defRPr sz="15100"/>
            </a:lvl1pPr>
            <a:lvl2pPr marL="2159859" indent="0">
              <a:buNone/>
              <a:defRPr sz="13200"/>
            </a:lvl2pPr>
            <a:lvl3pPr marL="4319718" indent="0">
              <a:buNone/>
              <a:defRPr sz="11300"/>
            </a:lvl3pPr>
            <a:lvl4pPr marL="6479577" indent="0">
              <a:buNone/>
              <a:defRPr sz="9500"/>
            </a:lvl4pPr>
            <a:lvl5pPr marL="8639440" indent="0">
              <a:buNone/>
              <a:defRPr sz="9500"/>
            </a:lvl5pPr>
            <a:lvl6pPr marL="10799299" indent="0">
              <a:buNone/>
              <a:defRPr sz="9500"/>
            </a:lvl6pPr>
            <a:lvl7pPr marL="12959158" indent="0">
              <a:buNone/>
              <a:defRPr sz="9500"/>
            </a:lvl7pPr>
            <a:lvl8pPr marL="15119017" indent="0">
              <a:buNone/>
              <a:defRPr sz="9500"/>
            </a:lvl8pPr>
            <a:lvl9pPr marL="17278876" indent="0">
              <a:buNone/>
              <a:defRPr sz="9500"/>
            </a:lvl9pPr>
          </a:lstStyle>
          <a:p>
            <a:endParaRPr lang="en-IN"/>
          </a:p>
        </p:txBody>
      </p:sp>
      <p:sp>
        <p:nvSpPr>
          <p:cNvPr id="4" name="Text Placeholder 3"/>
          <p:cNvSpPr>
            <a:spLocks noGrp="1"/>
          </p:cNvSpPr>
          <p:nvPr>
            <p:ph type="body" sz="half" idx="2"/>
          </p:nvPr>
        </p:nvSpPr>
        <p:spPr>
          <a:xfrm>
            <a:off x="6351421" y="33814229"/>
            <a:ext cx="19442430" cy="5070631"/>
          </a:xfrm>
        </p:spPr>
        <p:txBody>
          <a:bodyPr/>
          <a:lstStyle>
            <a:lvl1pPr marL="0" indent="0">
              <a:buNone/>
              <a:defRPr sz="6600"/>
            </a:lvl1pPr>
            <a:lvl2pPr marL="2159859" indent="0">
              <a:buNone/>
              <a:defRPr sz="5700"/>
            </a:lvl2pPr>
            <a:lvl3pPr marL="4319718" indent="0">
              <a:buNone/>
              <a:defRPr sz="4700"/>
            </a:lvl3pPr>
            <a:lvl4pPr marL="6479577" indent="0">
              <a:buNone/>
              <a:defRPr sz="4300"/>
            </a:lvl4pPr>
            <a:lvl5pPr marL="8639440" indent="0">
              <a:buNone/>
              <a:defRPr sz="4300"/>
            </a:lvl5pPr>
            <a:lvl6pPr marL="10799299" indent="0">
              <a:buNone/>
              <a:defRPr sz="4300"/>
            </a:lvl6pPr>
            <a:lvl7pPr marL="12959158" indent="0">
              <a:buNone/>
              <a:defRPr sz="4300"/>
            </a:lvl7pPr>
            <a:lvl8pPr marL="15119017" indent="0">
              <a:buNone/>
              <a:defRPr sz="4300"/>
            </a:lvl8pPr>
            <a:lvl9pPr marL="17278876"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66C4661E-AE04-4229-AF98-B00ADD16FECB}"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70A804-63C2-48B7-B895-9DEDCA2CEE68}" type="slidenum">
              <a:rPr lang="en-IN" smtClean="0"/>
              <a:t>‹#›</a:t>
            </a:fld>
            <a:endParaRPr lang="en-IN"/>
          </a:p>
        </p:txBody>
      </p:sp>
    </p:spTree>
    <p:extLst>
      <p:ext uri="{BB962C8B-B14F-4D97-AF65-F5344CB8AC3E}">
        <p14:creationId xmlns:p14="http://schemas.microsoft.com/office/powerpoint/2010/main" val="1492112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6C4661E-AE04-4229-AF98-B00ADD16FECB}"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70A804-63C2-48B7-B895-9DEDCA2CEE68}" type="slidenum">
              <a:rPr lang="en-IN" smtClean="0"/>
              <a:t>‹#›</a:t>
            </a:fld>
            <a:endParaRPr lang="en-IN"/>
          </a:p>
        </p:txBody>
      </p:sp>
    </p:spTree>
    <p:extLst>
      <p:ext uri="{BB962C8B-B14F-4D97-AF65-F5344CB8AC3E}">
        <p14:creationId xmlns:p14="http://schemas.microsoft.com/office/powerpoint/2010/main" val="4101516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254782" y="10901365"/>
            <a:ext cx="25833229" cy="23224902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5743850" y="10901365"/>
            <a:ext cx="76970870" cy="2322490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6C4661E-AE04-4229-AF98-B00ADD16FECB}"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70A804-63C2-48B7-B895-9DEDCA2CEE68}" type="slidenum">
              <a:rPr lang="en-IN" smtClean="0"/>
              <a:t>‹#›</a:t>
            </a:fld>
            <a:endParaRPr lang="en-IN"/>
          </a:p>
        </p:txBody>
      </p:sp>
    </p:spTree>
    <p:extLst>
      <p:ext uri="{BB962C8B-B14F-4D97-AF65-F5344CB8AC3E}">
        <p14:creationId xmlns:p14="http://schemas.microsoft.com/office/powerpoint/2010/main" val="334608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20203" y="1730219"/>
            <a:ext cx="29163645" cy="7200900"/>
          </a:xfrm>
          <a:prstGeom prst="rect">
            <a:avLst/>
          </a:prstGeom>
        </p:spPr>
        <p:txBody>
          <a:bodyPr vert="horz" lIns="431974" tIns="215984" rIns="431974" bIns="215984"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1620203" y="10081269"/>
            <a:ext cx="29163645" cy="28513567"/>
          </a:xfrm>
          <a:prstGeom prst="rect">
            <a:avLst/>
          </a:prstGeom>
        </p:spPr>
        <p:txBody>
          <a:bodyPr vert="horz" lIns="431974" tIns="215984" rIns="431974" bIns="21598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1620202" y="40045014"/>
            <a:ext cx="7560945" cy="2300288"/>
          </a:xfrm>
          <a:prstGeom prst="rect">
            <a:avLst/>
          </a:prstGeom>
        </p:spPr>
        <p:txBody>
          <a:bodyPr vert="horz" lIns="431974" tIns="215984" rIns="431974" bIns="215984" rtlCol="0" anchor="ctr"/>
          <a:lstStyle>
            <a:lvl1pPr algn="l">
              <a:defRPr sz="5700">
                <a:solidFill>
                  <a:schemeClr val="tx1">
                    <a:tint val="75000"/>
                  </a:schemeClr>
                </a:solidFill>
              </a:defRPr>
            </a:lvl1pPr>
          </a:lstStyle>
          <a:p>
            <a:fld id="{66C4661E-AE04-4229-AF98-B00ADD16FECB}" type="datetimeFigureOut">
              <a:rPr lang="en-IN" smtClean="0"/>
              <a:t>12-12-2025</a:t>
            </a:fld>
            <a:endParaRPr lang="en-IN"/>
          </a:p>
        </p:txBody>
      </p:sp>
      <p:sp>
        <p:nvSpPr>
          <p:cNvPr id="5" name="Footer Placeholder 4"/>
          <p:cNvSpPr>
            <a:spLocks noGrp="1"/>
          </p:cNvSpPr>
          <p:nvPr>
            <p:ph type="ftr" sz="quarter" idx="3"/>
          </p:nvPr>
        </p:nvSpPr>
        <p:spPr>
          <a:xfrm>
            <a:off x="11071384" y="40045014"/>
            <a:ext cx="10261283" cy="2300288"/>
          </a:xfrm>
          <a:prstGeom prst="rect">
            <a:avLst/>
          </a:prstGeom>
        </p:spPr>
        <p:txBody>
          <a:bodyPr vert="horz" lIns="431974" tIns="215984" rIns="431974" bIns="215984" rtlCol="0" anchor="ctr"/>
          <a:lstStyle>
            <a:lvl1pPr algn="ctr">
              <a:defRPr sz="57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23222903" y="40045014"/>
            <a:ext cx="7560945" cy="2300288"/>
          </a:xfrm>
          <a:prstGeom prst="rect">
            <a:avLst/>
          </a:prstGeom>
        </p:spPr>
        <p:txBody>
          <a:bodyPr vert="horz" lIns="431974" tIns="215984" rIns="431974" bIns="215984" rtlCol="0" anchor="ctr"/>
          <a:lstStyle>
            <a:lvl1pPr algn="r">
              <a:defRPr sz="5700">
                <a:solidFill>
                  <a:schemeClr val="tx1">
                    <a:tint val="75000"/>
                  </a:schemeClr>
                </a:solidFill>
              </a:defRPr>
            </a:lvl1pPr>
          </a:lstStyle>
          <a:p>
            <a:fld id="{E870A804-63C2-48B7-B895-9DEDCA2CEE68}" type="slidenum">
              <a:rPr lang="en-IN" smtClean="0"/>
              <a:t>‹#›</a:t>
            </a:fld>
            <a:endParaRPr lang="en-IN"/>
          </a:p>
        </p:txBody>
      </p:sp>
    </p:spTree>
    <p:extLst>
      <p:ext uri="{BB962C8B-B14F-4D97-AF65-F5344CB8AC3E}">
        <p14:creationId xmlns:p14="http://schemas.microsoft.com/office/powerpoint/2010/main" val="12941060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319718" rtl="0" eaLnBrk="1" latinLnBrk="0" hangingPunct="1">
        <a:spcBef>
          <a:spcPct val="0"/>
        </a:spcBef>
        <a:buNone/>
        <a:defRPr sz="20800" kern="1200">
          <a:solidFill>
            <a:schemeClr val="tx1"/>
          </a:solidFill>
          <a:latin typeface="+mj-lt"/>
          <a:ea typeface="+mj-ea"/>
          <a:cs typeface="+mj-cs"/>
        </a:defRPr>
      </a:lvl1pPr>
    </p:titleStyle>
    <p:bodyStyle>
      <a:lvl1pPr marL="1619895" indent="-1619895" algn="l" defTabSz="4319718" rtl="0" eaLnBrk="1" latinLnBrk="0" hangingPunct="1">
        <a:spcBef>
          <a:spcPct val="20000"/>
        </a:spcBef>
        <a:buFont typeface="Arial" pitchFamily="34" charset="0"/>
        <a:buChar char="•"/>
        <a:defRPr sz="15100" kern="1200">
          <a:solidFill>
            <a:schemeClr val="tx1"/>
          </a:solidFill>
          <a:latin typeface="+mn-lt"/>
          <a:ea typeface="+mn-ea"/>
          <a:cs typeface="+mn-cs"/>
        </a:defRPr>
      </a:lvl1pPr>
      <a:lvl2pPr marL="3509773" indent="-1349914" algn="l" defTabSz="4319718" rtl="0" eaLnBrk="1" latinLnBrk="0" hangingPunct="1">
        <a:spcBef>
          <a:spcPct val="20000"/>
        </a:spcBef>
        <a:buFont typeface="Arial" pitchFamily="34" charset="0"/>
        <a:buChar char="–"/>
        <a:defRPr sz="13200" kern="1200">
          <a:solidFill>
            <a:schemeClr val="tx1"/>
          </a:solidFill>
          <a:latin typeface="+mn-lt"/>
          <a:ea typeface="+mn-ea"/>
          <a:cs typeface="+mn-cs"/>
        </a:defRPr>
      </a:lvl2pPr>
      <a:lvl3pPr marL="5399650" indent="-1079932" algn="l" defTabSz="4319718" rtl="0" eaLnBrk="1" latinLnBrk="0" hangingPunct="1">
        <a:spcBef>
          <a:spcPct val="20000"/>
        </a:spcBef>
        <a:buFont typeface="Arial" pitchFamily="34" charset="0"/>
        <a:buChar char="•"/>
        <a:defRPr sz="11300" kern="1200">
          <a:solidFill>
            <a:schemeClr val="tx1"/>
          </a:solidFill>
          <a:latin typeface="+mn-lt"/>
          <a:ea typeface="+mn-ea"/>
          <a:cs typeface="+mn-cs"/>
        </a:defRPr>
      </a:lvl3pPr>
      <a:lvl4pPr marL="7559509" indent="-1079932" algn="l" defTabSz="4319718" rtl="0" eaLnBrk="1" latinLnBrk="0" hangingPunct="1">
        <a:spcBef>
          <a:spcPct val="20000"/>
        </a:spcBef>
        <a:buFont typeface="Arial" pitchFamily="34" charset="0"/>
        <a:buChar char="–"/>
        <a:defRPr sz="9500" kern="1200">
          <a:solidFill>
            <a:schemeClr val="tx1"/>
          </a:solidFill>
          <a:latin typeface="+mn-lt"/>
          <a:ea typeface="+mn-ea"/>
          <a:cs typeface="+mn-cs"/>
        </a:defRPr>
      </a:lvl4pPr>
      <a:lvl5pPr marL="9719368" indent="-1079932" algn="l" defTabSz="4319718" rtl="0" eaLnBrk="1" latinLnBrk="0" hangingPunct="1">
        <a:spcBef>
          <a:spcPct val="20000"/>
        </a:spcBef>
        <a:buFont typeface="Arial" pitchFamily="34" charset="0"/>
        <a:buChar char="»"/>
        <a:defRPr sz="9500" kern="1200">
          <a:solidFill>
            <a:schemeClr val="tx1"/>
          </a:solidFill>
          <a:latin typeface="+mn-lt"/>
          <a:ea typeface="+mn-ea"/>
          <a:cs typeface="+mn-cs"/>
        </a:defRPr>
      </a:lvl5pPr>
      <a:lvl6pPr marL="11879226" indent="-1079932" algn="l" defTabSz="4319718" rtl="0" eaLnBrk="1" latinLnBrk="0" hangingPunct="1">
        <a:spcBef>
          <a:spcPct val="20000"/>
        </a:spcBef>
        <a:buFont typeface="Arial" pitchFamily="34" charset="0"/>
        <a:buChar char="•"/>
        <a:defRPr sz="9500" kern="1200">
          <a:solidFill>
            <a:schemeClr val="tx1"/>
          </a:solidFill>
          <a:latin typeface="+mn-lt"/>
          <a:ea typeface="+mn-ea"/>
          <a:cs typeface="+mn-cs"/>
        </a:defRPr>
      </a:lvl6pPr>
      <a:lvl7pPr marL="14039085" indent="-1079932" algn="l" defTabSz="4319718" rtl="0" eaLnBrk="1" latinLnBrk="0" hangingPunct="1">
        <a:spcBef>
          <a:spcPct val="20000"/>
        </a:spcBef>
        <a:buFont typeface="Arial" pitchFamily="34" charset="0"/>
        <a:buChar char="•"/>
        <a:defRPr sz="9500" kern="1200">
          <a:solidFill>
            <a:schemeClr val="tx1"/>
          </a:solidFill>
          <a:latin typeface="+mn-lt"/>
          <a:ea typeface="+mn-ea"/>
          <a:cs typeface="+mn-cs"/>
        </a:defRPr>
      </a:lvl7pPr>
      <a:lvl8pPr marL="16198944" indent="-1079932" algn="l" defTabSz="4319718" rtl="0" eaLnBrk="1" latinLnBrk="0" hangingPunct="1">
        <a:spcBef>
          <a:spcPct val="20000"/>
        </a:spcBef>
        <a:buFont typeface="Arial" pitchFamily="34" charset="0"/>
        <a:buChar char="•"/>
        <a:defRPr sz="9500" kern="1200">
          <a:solidFill>
            <a:schemeClr val="tx1"/>
          </a:solidFill>
          <a:latin typeface="+mn-lt"/>
          <a:ea typeface="+mn-ea"/>
          <a:cs typeface="+mn-cs"/>
        </a:defRPr>
      </a:lvl8pPr>
      <a:lvl9pPr marL="18358808" indent="-1079932" algn="l" defTabSz="4319718" rtl="0" eaLnBrk="1" latinLnBrk="0" hangingPunct="1">
        <a:spcBef>
          <a:spcPct val="20000"/>
        </a:spcBef>
        <a:buFont typeface="Arial" pitchFamily="34" charset="0"/>
        <a:buChar char="•"/>
        <a:defRPr sz="9500" kern="1200">
          <a:solidFill>
            <a:schemeClr val="tx1"/>
          </a:solidFill>
          <a:latin typeface="+mn-lt"/>
          <a:ea typeface="+mn-ea"/>
          <a:cs typeface="+mn-cs"/>
        </a:defRPr>
      </a:lvl9pPr>
    </p:bodyStyle>
    <p:otherStyle>
      <a:defPPr>
        <a:defRPr lang="en-US"/>
      </a:defPPr>
      <a:lvl1pPr marL="0" algn="l" defTabSz="4319718" rtl="0" eaLnBrk="1" latinLnBrk="0" hangingPunct="1">
        <a:defRPr sz="8500" kern="1200">
          <a:solidFill>
            <a:schemeClr val="tx1"/>
          </a:solidFill>
          <a:latin typeface="+mn-lt"/>
          <a:ea typeface="+mn-ea"/>
          <a:cs typeface="+mn-cs"/>
        </a:defRPr>
      </a:lvl1pPr>
      <a:lvl2pPr marL="2159859" algn="l" defTabSz="4319718" rtl="0" eaLnBrk="1" latinLnBrk="0" hangingPunct="1">
        <a:defRPr sz="8500" kern="1200">
          <a:solidFill>
            <a:schemeClr val="tx1"/>
          </a:solidFill>
          <a:latin typeface="+mn-lt"/>
          <a:ea typeface="+mn-ea"/>
          <a:cs typeface="+mn-cs"/>
        </a:defRPr>
      </a:lvl2pPr>
      <a:lvl3pPr marL="4319718" algn="l" defTabSz="4319718" rtl="0" eaLnBrk="1" latinLnBrk="0" hangingPunct="1">
        <a:defRPr sz="8500" kern="1200">
          <a:solidFill>
            <a:schemeClr val="tx1"/>
          </a:solidFill>
          <a:latin typeface="+mn-lt"/>
          <a:ea typeface="+mn-ea"/>
          <a:cs typeface="+mn-cs"/>
        </a:defRPr>
      </a:lvl3pPr>
      <a:lvl4pPr marL="6479577" algn="l" defTabSz="4319718" rtl="0" eaLnBrk="1" latinLnBrk="0" hangingPunct="1">
        <a:defRPr sz="8500" kern="1200">
          <a:solidFill>
            <a:schemeClr val="tx1"/>
          </a:solidFill>
          <a:latin typeface="+mn-lt"/>
          <a:ea typeface="+mn-ea"/>
          <a:cs typeface="+mn-cs"/>
        </a:defRPr>
      </a:lvl4pPr>
      <a:lvl5pPr marL="8639440" algn="l" defTabSz="4319718" rtl="0" eaLnBrk="1" latinLnBrk="0" hangingPunct="1">
        <a:defRPr sz="8500" kern="1200">
          <a:solidFill>
            <a:schemeClr val="tx1"/>
          </a:solidFill>
          <a:latin typeface="+mn-lt"/>
          <a:ea typeface="+mn-ea"/>
          <a:cs typeface="+mn-cs"/>
        </a:defRPr>
      </a:lvl5pPr>
      <a:lvl6pPr marL="10799299" algn="l" defTabSz="4319718" rtl="0" eaLnBrk="1" latinLnBrk="0" hangingPunct="1">
        <a:defRPr sz="8500" kern="1200">
          <a:solidFill>
            <a:schemeClr val="tx1"/>
          </a:solidFill>
          <a:latin typeface="+mn-lt"/>
          <a:ea typeface="+mn-ea"/>
          <a:cs typeface="+mn-cs"/>
        </a:defRPr>
      </a:lvl6pPr>
      <a:lvl7pPr marL="12959158" algn="l" defTabSz="4319718" rtl="0" eaLnBrk="1" latinLnBrk="0" hangingPunct="1">
        <a:defRPr sz="8500" kern="1200">
          <a:solidFill>
            <a:schemeClr val="tx1"/>
          </a:solidFill>
          <a:latin typeface="+mn-lt"/>
          <a:ea typeface="+mn-ea"/>
          <a:cs typeface="+mn-cs"/>
        </a:defRPr>
      </a:lvl7pPr>
      <a:lvl8pPr marL="15119017" algn="l" defTabSz="4319718" rtl="0" eaLnBrk="1" latinLnBrk="0" hangingPunct="1">
        <a:defRPr sz="8500" kern="1200">
          <a:solidFill>
            <a:schemeClr val="tx1"/>
          </a:solidFill>
          <a:latin typeface="+mn-lt"/>
          <a:ea typeface="+mn-ea"/>
          <a:cs typeface="+mn-cs"/>
        </a:defRPr>
      </a:lvl8pPr>
      <a:lvl9pPr marL="17278876" algn="l" defTabSz="4319718" rtl="0" eaLnBrk="1" latinLnBrk="0" hangingPunct="1">
        <a:defRPr sz="8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 y="5861250"/>
            <a:ext cx="32404050" cy="35409694"/>
          </a:xfrm>
          <a:prstGeom prst="rect">
            <a:avLst/>
          </a:prstGeom>
          <a:solidFill>
            <a:schemeClr val="accent5">
              <a:lumMod val="60000"/>
              <a:lumOff val="40000"/>
            </a:schemeClr>
          </a:solid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4" name="TextBox 3"/>
          <p:cNvSpPr txBox="1"/>
          <p:nvPr/>
        </p:nvSpPr>
        <p:spPr>
          <a:xfrm>
            <a:off x="0" y="0"/>
            <a:ext cx="32404050" cy="2708434"/>
          </a:xfrm>
          <a:prstGeom prst="rect">
            <a:avLst/>
          </a:prstGeom>
          <a:noFill/>
        </p:spPr>
        <p:txBody>
          <a:bodyPr wrap="square" rtlCol="0">
            <a:spAutoFit/>
          </a:bodyPr>
          <a:lstStyle/>
          <a:p>
            <a:endParaRPr lang="en-IN" dirty="0"/>
          </a:p>
          <a:p>
            <a:endParaRPr lang="en-IN" dirty="0"/>
          </a:p>
        </p:txBody>
      </p:sp>
      <p:grpSp>
        <p:nvGrpSpPr>
          <p:cNvPr id="12" name="Group 11"/>
          <p:cNvGrpSpPr/>
          <p:nvPr/>
        </p:nvGrpSpPr>
        <p:grpSpPr>
          <a:xfrm>
            <a:off x="1" y="40478699"/>
            <a:ext cx="32404050" cy="2805191"/>
            <a:chOff x="1" y="40478699"/>
            <a:chExt cx="32404050" cy="2805191"/>
          </a:xfrm>
        </p:grpSpPr>
        <p:sp>
          <p:nvSpPr>
            <p:cNvPr id="10" name="TextBox 9"/>
            <p:cNvSpPr txBox="1"/>
            <p:nvPr/>
          </p:nvSpPr>
          <p:spPr>
            <a:xfrm>
              <a:off x="1" y="40507746"/>
              <a:ext cx="32404050" cy="2708434"/>
            </a:xfrm>
            <a:prstGeom prst="rect">
              <a:avLst/>
            </a:prstGeom>
            <a:solidFill>
              <a:srgbClr val="FFC000"/>
            </a:solidFill>
          </p:spPr>
          <p:txBody>
            <a:bodyPr wrap="square" rtlCol="0">
              <a:spAutoFit/>
            </a:bodyPr>
            <a:lstStyle/>
            <a:p>
              <a:endParaRPr lang="en-IN" dirty="0"/>
            </a:p>
            <a:p>
              <a:endParaRPr lang="en-IN"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8397" y="40507746"/>
              <a:ext cx="2783529" cy="277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52542" y="40496967"/>
              <a:ext cx="2738923" cy="2786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86116" y="40478699"/>
              <a:ext cx="2664905" cy="2737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731224" y="40479181"/>
              <a:ext cx="2670944" cy="273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 name="Group 5"/>
          <p:cNvGrpSpPr/>
          <p:nvPr/>
        </p:nvGrpSpPr>
        <p:grpSpPr>
          <a:xfrm>
            <a:off x="0" y="0"/>
            <a:ext cx="32404051" cy="5837416"/>
            <a:chOff x="0" y="246238"/>
            <a:chExt cx="32404051" cy="5837416"/>
          </a:xfrm>
          <a:solidFill>
            <a:srgbClr val="FFC000"/>
          </a:solidFill>
        </p:grpSpPr>
        <p:sp>
          <p:nvSpPr>
            <p:cNvPr id="7" name="Title 1"/>
            <p:cNvSpPr txBox="1">
              <a:spLocks/>
            </p:cNvSpPr>
            <p:nvPr/>
          </p:nvSpPr>
          <p:spPr>
            <a:xfrm>
              <a:off x="0" y="246238"/>
              <a:ext cx="32404051" cy="5837416"/>
            </a:xfrm>
            <a:prstGeom prst="rect">
              <a:avLst/>
            </a:prstGeom>
            <a:grpFill/>
            <a:ln/>
          </p:spPr>
          <p:style>
            <a:lnRef idx="1">
              <a:schemeClr val="accent5"/>
            </a:lnRef>
            <a:fillRef idx="3">
              <a:schemeClr val="accent5"/>
            </a:fillRef>
            <a:effectRef idx="2">
              <a:schemeClr val="accent5"/>
            </a:effectRef>
            <a:fontRef idx="minor">
              <a:schemeClr val="lt1"/>
            </a:fontRef>
          </p:style>
          <p:txBody>
            <a:bodyPr vert="horz" lIns="431990" tIns="215996" rIns="431990" bIns="215996" anchor="ctr">
              <a:normAutofit fontScale="92500" lnSpcReduction="10000"/>
            </a:bodyPr>
            <a:lstStyle>
              <a:lvl1pPr algn="l" rtl="0" eaLnBrk="1" latinLnBrk="0" hangingPunct="1">
                <a:spcBef>
                  <a:spcPct val="0"/>
                </a:spcBef>
                <a:buNone/>
                <a:defRPr kumimoji="0" sz="208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endParaRPr lang="en-US" sz="3500" b="1" spc="-150" dirty="0">
                <a:solidFill>
                  <a:srgbClr val="002060"/>
                </a:solidFill>
              </a:endParaRPr>
            </a:p>
            <a:p>
              <a:pPr algn="ctr"/>
              <a:r>
                <a:rPr lang="en-US" sz="3500" b="1" spc="-150" dirty="0">
                  <a:solidFill>
                    <a:srgbClr val="002060"/>
                  </a:solidFill>
                </a:rPr>
                <a:t>"GLOBAL INDIAN YOUNG SCIENTISTS RESEARCH AND INNOVATION CONFERENCE 2023"</a:t>
              </a:r>
              <a:br>
                <a:rPr lang="en-US" sz="10300" b="1" dirty="0">
                  <a:solidFill>
                    <a:srgbClr val="002060"/>
                  </a:solidFill>
                </a:rPr>
              </a:br>
              <a:endParaRPr lang="en-IN" sz="4600" b="1" dirty="0">
                <a:solidFill>
                  <a:srgbClr val="002060"/>
                </a:solidFill>
                <a:latin typeface="Bookman Old Style" pitchFamily="18" charset="0"/>
              </a:endParaRPr>
            </a:p>
            <a:p>
              <a:pPr algn="ctr">
                <a:lnSpc>
                  <a:spcPct val="150000"/>
                </a:lnSpc>
              </a:pPr>
              <a:r>
                <a:rPr lang="en-IN" sz="5200" b="1" spc="-150" dirty="0">
                  <a:solidFill>
                    <a:srgbClr val="990000"/>
                  </a:solidFill>
                  <a:latin typeface="Bookman Old Style" pitchFamily="18" charset="0"/>
                </a:rPr>
                <a:t>   LAND SURFACE TEMPERATURE VARIATION BASED ON REMOTE SENSING OF</a:t>
              </a:r>
              <a:br>
                <a:rPr lang="en-IN" sz="5200" b="1" spc="-150" dirty="0">
                  <a:solidFill>
                    <a:srgbClr val="990000"/>
                  </a:solidFill>
                  <a:latin typeface="Bookman Old Style" pitchFamily="18" charset="0"/>
                </a:rPr>
              </a:br>
              <a:r>
                <a:rPr lang="en-IN" sz="5200" b="1" spc="-150" dirty="0">
                  <a:solidFill>
                    <a:srgbClr val="990000"/>
                  </a:solidFill>
                  <a:latin typeface="Bookman Old Style" pitchFamily="18" charset="0"/>
                </a:rPr>
                <a:t>  RANIA KHANCHANDPUR, KANPUR DEHAT,UTTAR PRADESH</a:t>
              </a:r>
            </a:p>
            <a:p>
              <a:pPr algn="ctr"/>
              <a:endParaRPr lang="en-IN" sz="2800" b="1" dirty="0">
                <a:solidFill>
                  <a:schemeClr val="bg2">
                    <a:lumMod val="10000"/>
                  </a:schemeClr>
                </a:solidFill>
                <a:latin typeface="Bookman Old Style" pitchFamily="18" charset="0"/>
              </a:endParaRPr>
            </a:p>
            <a:p>
              <a:pPr algn="ctr"/>
              <a:endParaRPr lang="en-IN" sz="3000" b="1" dirty="0">
                <a:solidFill>
                  <a:schemeClr val="bg2">
                    <a:lumMod val="10000"/>
                  </a:schemeClr>
                </a:solidFill>
              </a:endParaRPr>
            </a:p>
            <a:p>
              <a:pPr algn="ctr"/>
              <a:r>
                <a:rPr lang="en-IN" sz="4800" b="1" spc="-150" dirty="0">
                  <a:solidFill>
                    <a:srgbClr val="002060"/>
                  </a:solidFill>
                </a:rPr>
                <a:t>Pankaj Kumar Gupta</a:t>
              </a:r>
              <a:r>
                <a:rPr lang="en-IN" sz="4800" b="1" spc="-150" baseline="30000" dirty="0">
                  <a:solidFill>
                    <a:srgbClr val="002060"/>
                  </a:solidFill>
                </a:rPr>
                <a:t> </a:t>
              </a:r>
            </a:p>
            <a:p>
              <a:pPr algn="ctr"/>
              <a:r>
                <a:rPr lang="en-IN" sz="3600" b="1" spc="-150" dirty="0">
                  <a:solidFill>
                    <a:srgbClr val="002060"/>
                  </a:solidFill>
                </a:rPr>
                <a:t>Indian Institute of Technology, Delhi 110016</a:t>
              </a:r>
              <a:endParaRPr lang="en-IN" sz="2000" spc="-150" dirty="0">
                <a:solidFill>
                  <a:schemeClr val="accent1">
                    <a:lumMod val="50000"/>
                  </a:schemeClr>
                </a:solidFill>
              </a:endParaRPr>
            </a:p>
          </p:txBody>
        </p:sp>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6249" y="1312452"/>
              <a:ext cx="4093913" cy="2355797"/>
            </a:xfrm>
            <a:prstGeom prst="rect">
              <a:avLst/>
            </a:prstGeom>
            <a:noFill/>
            <a:ln>
              <a:noFill/>
            </a:ln>
          </p:spPr>
          <p:style>
            <a:lnRef idx="1">
              <a:schemeClr val="accent5"/>
            </a:lnRef>
            <a:fillRef idx="3">
              <a:schemeClr val="accent5"/>
            </a:fillRef>
            <a:effectRef idx="2">
              <a:schemeClr val="accent5"/>
            </a:effectRef>
            <a:fontRef idx="minor">
              <a:schemeClr val="lt1"/>
            </a:fontRef>
          </p:style>
        </p:pic>
      </p:grpSp>
      <p:sp>
        <p:nvSpPr>
          <p:cNvPr id="18" name="TextBox 17"/>
          <p:cNvSpPr txBox="1"/>
          <p:nvPr/>
        </p:nvSpPr>
        <p:spPr>
          <a:xfrm>
            <a:off x="166249" y="6782854"/>
            <a:ext cx="17489572" cy="2862322"/>
          </a:xfrm>
          <a:prstGeom prst="rect">
            <a:avLst/>
          </a:prstGeom>
          <a:solidFill>
            <a:schemeClr val="bg1"/>
          </a:solidFill>
          <a:ln>
            <a:solidFill>
              <a:schemeClr val="bg1"/>
            </a:solidFill>
          </a:ln>
        </p:spPr>
        <p:style>
          <a:lnRef idx="1">
            <a:schemeClr val="accent5"/>
          </a:lnRef>
          <a:fillRef idx="2">
            <a:schemeClr val="accent5"/>
          </a:fillRef>
          <a:effectRef idx="1">
            <a:schemeClr val="accent5"/>
          </a:effectRef>
          <a:fontRef idx="minor">
            <a:schemeClr val="dk1"/>
          </a:fontRef>
        </p:style>
        <p:txBody>
          <a:bodyPr wrap="square" rtlCol="0">
            <a:spAutoFit/>
          </a:bodyPr>
          <a:lstStyle/>
          <a:p>
            <a:pPr algn="just"/>
            <a:r>
              <a:rPr lang="en-IN" sz="3600" dirty="0"/>
              <a:t>A simplified definition would be how hot the “SURFACE” of the earth would feel to the touch in a particular location. From a satellite point of view, the “surface” is whatever it sees when it looks through the atmosphere to the ground. It could be snow and ice, the grass in a lawn, the roof of a building, or leaves in the canopy of a forest. Thus, Land Surface Temperature (LST) is not the same as their temperature that is included in the daily weather report. </a:t>
            </a:r>
          </a:p>
        </p:txBody>
      </p:sp>
      <p:sp>
        <p:nvSpPr>
          <p:cNvPr id="19" name="TextBox 18"/>
          <p:cNvSpPr txBox="1"/>
          <p:nvPr/>
        </p:nvSpPr>
        <p:spPr>
          <a:xfrm>
            <a:off x="6636120" y="6004398"/>
            <a:ext cx="4542277" cy="769441"/>
          </a:xfrm>
          <a:prstGeom prst="rect">
            <a:avLst/>
          </a:prstGeom>
          <a:noFill/>
          <a:ln w="38100">
            <a:no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IN" sz="4400" b="1" dirty="0">
                <a:solidFill>
                  <a:schemeClr val="bg1"/>
                </a:solidFill>
              </a:rPr>
              <a:t>INTRODUCTION</a:t>
            </a:r>
          </a:p>
        </p:txBody>
      </p:sp>
      <p:sp>
        <p:nvSpPr>
          <p:cNvPr id="20" name="TextBox 19"/>
          <p:cNvSpPr txBox="1"/>
          <p:nvPr/>
        </p:nvSpPr>
        <p:spPr>
          <a:xfrm>
            <a:off x="6223215" y="9813067"/>
            <a:ext cx="5368086" cy="769441"/>
          </a:xfrm>
          <a:prstGeom prst="rect">
            <a:avLst/>
          </a:prstGeom>
          <a:noFill/>
          <a:ln w="38100">
            <a:no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IN" sz="4400" b="1" dirty="0">
                <a:solidFill>
                  <a:schemeClr val="bg1"/>
                </a:solidFill>
              </a:rPr>
              <a:t>RESEARCH OBJECTIVE</a:t>
            </a:r>
          </a:p>
        </p:txBody>
      </p:sp>
      <p:sp>
        <p:nvSpPr>
          <p:cNvPr id="21" name="TextBox 20"/>
          <p:cNvSpPr txBox="1"/>
          <p:nvPr/>
        </p:nvSpPr>
        <p:spPr>
          <a:xfrm>
            <a:off x="166249" y="10551366"/>
            <a:ext cx="17482020" cy="1200329"/>
          </a:xfrm>
          <a:prstGeom prst="rect">
            <a:avLst/>
          </a:prstGeom>
          <a:solidFill>
            <a:schemeClr val="bg1"/>
          </a:solidFill>
          <a:ln>
            <a:solidFill>
              <a:schemeClr val="bg1"/>
            </a:solidFill>
          </a:ln>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IN" sz="3600" dirty="0"/>
              <a:t>To understand the land surface temperature change over Kanpur Dehat using Landsat 8 OLI &amp; TIRS satellite data.</a:t>
            </a:r>
          </a:p>
        </p:txBody>
      </p:sp>
      <p:sp>
        <p:nvSpPr>
          <p:cNvPr id="22" name="TextBox 21"/>
          <p:cNvSpPr txBox="1"/>
          <p:nvPr/>
        </p:nvSpPr>
        <p:spPr>
          <a:xfrm>
            <a:off x="6662609" y="11797503"/>
            <a:ext cx="4656193" cy="769441"/>
          </a:xfrm>
          <a:prstGeom prst="rect">
            <a:avLst/>
          </a:prstGeom>
          <a:noFill/>
          <a:ln w="38100">
            <a:no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IN" sz="4400" b="1" dirty="0">
                <a:solidFill>
                  <a:schemeClr val="bg1"/>
                </a:solidFill>
              </a:rPr>
              <a:t>AREA OF STUDY</a:t>
            </a:r>
          </a:p>
        </p:txBody>
      </p:sp>
      <p:pic>
        <p:nvPicPr>
          <p:cNvPr id="23"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96313" y="12566944"/>
            <a:ext cx="13855906" cy="9975453"/>
          </a:xfrm>
          <a:prstGeom prst="rect">
            <a:avLst/>
          </a:prstGeom>
          <a:ln w="38100">
            <a:solidFill>
              <a:schemeClr val="tx1"/>
            </a:solidFill>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24" name="TextBox 23"/>
          <p:cNvSpPr txBox="1"/>
          <p:nvPr/>
        </p:nvSpPr>
        <p:spPr>
          <a:xfrm>
            <a:off x="7132828" y="22749155"/>
            <a:ext cx="3556413" cy="461665"/>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IN" sz="2400" b="1" i="1" dirty="0"/>
              <a:t>Figure 1: </a:t>
            </a:r>
            <a:r>
              <a:rPr lang="en-IN" sz="2400" dirty="0"/>
              <a:t>Study Area Map</a:t>
            </a:r>
            <a:endParaRPr lang="en-IN" sz="2400" b="1" i="1" dirty="0"/>
          </a:p>
        </p:txBody>
      </p:sp>
      <p:sp>
        <p:nvSpPr>
          <p:cNvPr id="31" name="TextBox 30"/>
          <p:cNvSpPr txBox="1"/>
          <p:nvPr/>
        </p:nvSpPr>
        <p:spPr>
          <a:xfrm>
            <a:off x="166249" y="24227950"/>
            <a:ext cx="16614890" cy="16096714"/>
          </a:xfrm>
          <a:prstGeom prst="rect">
            <a:avLst/>
          </a:prstGeom>
          <a:solidFill>
            <a:schemeClr val="bg1"/>
          </a:solidFill>
          <a:ln w="28575"/>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IN" sz="3200" b="1" dirty="0">
                <a:solidFill>
                  <a:srgbClr val="0070C0"/>
                </a:solidFill>
                <a:latin typeface="+mj-lt"/>
              </a:rPr>
              <a:t>PROCESS OF CALCULATING LST</a:t>
            </a:r>
          </a:p>
          <a:p>
            <a:endParaRPr lang="en-IN" sz="2800" dirty="0">
              <a:solidFill>
                <a:schemeClr val="accent1">
                  <a:lumMod val="50000"/>
                </a:schemeClr>
              </a:solidFill>
            </a:endParaRPr>
          </a:p>
          <a:p>
            <a:pPr lvl="0" algn="just"/>
            <a:r>
              <a:rPr lang="en-IN" sz="2800" b="1" dirty="0"/>
              <a:t>Step 1:</a:t>
            </a:r>
            <a:r>
              <a:rPr lang="en-IN" sz="2800" dirty="0"/>
              <a:t> Calculate </a:t>
            </a:r>
            <a:r>
              <a:rPr lang="en-IN" sz="2800" b="1" dirty="0"/>
              <a:t>Top of Atmosphere (TOA) Radiance</a:t>
            </a:r>
            <a:r>
              <a:rPr lang="en-IN" sz="2800" dirty="0"/>
              <a:t>.</a:t>
            </a:r>
          </a:p>
          <a:p>
            <a:pPr algn="ctr"/>
            <a:endParaRPr lang="en-IN" sz="2800" dirty="0"/>
          </a:p>
          <a:p>
            <a:pPr algn="ctr"/>
            <a:r>
              <a:rPr lang="en-IN" sz="2800" b="1" dirty="0">
                <a:solidFill>
                  <a:srgbClr val="990000"/>
                </a:solidFill>
              </a:rPr>
              <a:t>TOA (L) = ML + Qcal + AL</a:t>
            </a:r>
          </a:p>
          <a:p>
            <a:pPr algn="just"/>
            <a:r>
              <a:rPr lang="en-IN" sz="2800" dirty="0"/>
              <a:t>Where, ML is band specific multiplicative rescaling factor as mention in imagery metadata; Qcal corresponds to band 10; and AL is band specific additive rescaling factor as mention in metadata (radiance_add_band_10)</a:t>
            </a:r>
          </a:p>
          <a:p>
            <a:pPr algn="just"/>
            <a:r>
              <a:rPr lang="en-IN" sz="2800" dirty="0"/>
              <a:t> </a:t>
            </a:r>
          </a:p>
          <a:p>
            <a:pPr lvl="0" algn="just"/>
            <a:r>
              <a:rPr lang="en-IN" sz="2800" b="1" dirty="0"/>
              <a:t>Step 2: </a:t>
            </a:r>
            <a:r>
              <a:rPr lang="en-IN" sz="2800" dirty="0"/>
              <a:t>Calculate </a:t>
            </a:r>
            <a:r>
              <a:rPr lang="en-IN" sz="2800" b="1" dirty="0"/>
              <a:t>TOA Brightness Temperature</a:t>
            </a:r>
            <a:r>
              <a:rPr lang="en-IN" sz="2800" dirty="0"/>
              <a:t>.</a:t>
            </a:r>
          </a:p>
          <a:p>
            <a:pPr lvl="0" algn="just"/>
            <a:endParaRPr lang="en-IN" sz="2800" dirty="0"/>
          </a:p>
          <a:p>
            <a:pPr algn="just"/>
            <a:r>
              <a:rPr lang="en-IN" sz="2800" b="1" dirty="0">
                <a:solidFill>
                  <a:srgbClr val="990000"/>
                </a:solidFill>
              </a:rPr>
              <a:t>BT=(K2/(In(K1/L)+1))-273.15 </a:t>
            </a:r>
            <a:br>
              <a:rPr lang="en-IN" sz="2800" dirty="0"/>
            </a:br>
            <a:r>
              <a:rPr lang="en-IN" sz="2800" dirty="0"/>
              <a:t>K1 &amp; K2 is band-specific thermal conversion constant of landsat-8 band 10 (Mention in metadata); L is TOA (L); and -273.15 is added to convert absolute zero (Kelvin) to degree Celsius.</a:t>
            </a:r>
          </a:p>
          <a:p>
            <a:pPr algn="just"/>
            <a:r>
              <a:rPr lang="en-IN" sz="2800" dirty="0"/>
              <a:t> </a:t>
            </a:r>
          </a:p>
          <a:p>
            <a:pPr lvl="0" algn="just"/>
            <a:r>
              <a:rPr lang="en-IN" sz="2800" b="1" dirty="0"/>
              <a:t>Step 3: </a:t>
            </a:r>
            <a:r>
              <a:rPr lang="en-IN" sz="2800" dirty="0"/>
              <a:t>Calculate </a:t>
            </a:r>
            <a:r>
              <a:rPr lang="en-IN" sz="2800" b="1" dirty="0"/>
              <a:t>Normalized Difference Vegetation Index (NDVI).</a:t>
            </a:r>
          </a:p>
          <a:p>
            <a:pPr lvl="0" algn="ctr"/>
            <a:endParaRPr lang="en-IN" sz="2800" b="1" dirty="0">
              <a:solidFill>
                <a:schemeClr val="accent2"/>
              </a:solidFill>
            </a:endParaRPr>
          </a:p>
          <a:p>
            <a:pPr algn="ctr"/>
            <a:r>
              <a:rPr lang="en-IN" sz="2800" b="1" dirty="0">
                <a:solidFill>
                  <a:srgbClr val="990000"/>
                </a:solidFill>
              </a:rPr>
              <a:t>NDVI = Float(NIR  – R )/ Float (NIR + R)</a:t>
            </a:r>
          </a:p>
          <a:p>
            <a:pPr lvl="0" algn="just"/>
            <a:r>
              <a:rPr lang="en-IN" sz="2800" dirty="0"/>
              <a:t>where, R (band 4) is red band (visible region) of landsat-8 satellite; NIR (band 5)is near infrared band of landsat-8 satellite.</a:t>
            </a:r>
          </a:p>
          <a:p>
            <a:pPr algn="just"/>
            <a:r>
              <a:rPr lang="en-IN" sz="2800" dirty="0"/>
              <a:t> </a:t>
            </a:r>
          </a:p>
          <a:p>
            <a:pPr lvl="0" algn="just"/>
            <a:r>
              <a:rPr lang="en-IN" sz="2800" b="1" dirty="0"/>
              <a:t>Step 4:</a:t>
            </a:r>
            <a:r>
              <a:rPr lang="en-IN" sz="2800" dirty="0"/>
              <a:t> Calculate </a:t>
            </a:r>
            <a:r>
              <a:rPr lang="en-IN" sz="2800" b="1" dirty="0"/>
              <a:t>Land Surface Emissivity (LSE).</a:t>
            </a:r>
          </a:p>
          <a:p>
            <a:pPr algn="just"/>
            <a:r>
              <a:rPr lang="en-IN" sz="2800" dirty="0"/>
              <a:t> </a:t>
            </a:r>
          </a:p>
          <a:p>
            <a:pPr algn="just"/>
            <a:r>
              <a:rPr lang="en-IN" sz="2800" b="1" dirty="0"/>
              <a:t> i.</a:t>
            </a:r>
            <a:r>
              <a:rPr lang="en-IN" sz="2800" dirty="0"/>
              <a:t> Calculation of </a:t>
            </a:r>
            <a:r>
              <a:rPr lang="en-IN" sz="2800" b="1" dirty="0"/>
              <a:t>PV ( Proportion of vegetation )</a:t>
            </a:r>
          </a:p>
          <a:p>
            <a:pPr lvl="0" algn="just"/>
            <a:endParaRPr lang="en-IN" sz="2800" b="1" dirty="0"/>
          </a:p>
          <a:p>
            <a:pPr algn="ctr"/>
            <a:r>
              <a:rPr lang="en-IN" sz="2800" b="1" dirty="0">
                <a:solidFill>
                  <a:srgbClr val="990000"/>
                </a:solidFill>
              </a:rPr>
              <a:t>PV = square[(NDVI-NDVI min) / (NDVI max –NDVI min)]</a:t>
            </a:r>
            <a:endParaRPr lang="en-IN" sz="2800" dirty="0">
              <a:solidFill>
                <a:srgbClr val="990000"/>
              </a:solidFill>
            </a:endParaRPr>
          </a:p>
          <a:p>
            <a:pPr algn="just"/>
            <a:r>
              <a:rPr lang="en-IN" sz="2800" dirty="0"/>
              <a:t>Where, NDVI min is NDVI lowest value and NDVI max is highest value </a:t>
            </a:r>
          </a:p>
          <a:p>
            <a:pPr algn="just"/>
            <a:r>
              <a:rPr lang="en-IN" sz="2800" dirty="0"/>
              <a:t> </a:t>
            </a:r>
          </a:p>
          <a:p>
            <a:pPr algn="just"/>
            <a:r>
              <a:rPr lang="en-IN" sz="2800" b="1" dirty="0"/>
              <a:t>ii. </a:t>
            </a:r>
            <a:r>
              <a:rPr lang="en-IN" sz="2800" dirty="0"/>
              <a:t>Calculation of </a:t>
            </a:r>
            <a:r>
              <a:rPr lang="en-IN" sz="2800" b="1" dirty="0"/>
              <a:t>Land Surface Emissivity</a:t>
            </a:r>
            <a:r>
              <a:rPr lang="en-IN" sz="2800" dirty="0"/>
              <a:t> </a:t>
            </a:r>
          </a:p>
          <a:p>
            <a:pPr lvl="0" algn="just"/>
            <a:endParaRPr lang="en-IN" sz="2800" dirty="0"/>
          </a:p>
          <a:p>
            <a:pPr algn="ctr"/>
            <a:r>
              <a:rPr lang="en-IN" sz="2800" b="1" dirty="0">
                <a:solidFill>
                  <a:srgbClr val="990000"/>
                </a:solidFill>
              </a:rPr>
              <a:t>𝜺 =  0.004 * PV + 0.986</a:t>
            </a:r>
          </a:p>
          <a:p>
            <a:pPr algn="just"/>
            <a:r>
              <a:rPr lang="en-IN" sz="2800" dirty="0"/>
              <a:t>Where, PV is proportion of vegetation; 0.004 is surface roughness constant; 0.986 is emissivity value when NDVI value is more than 0.5.</a:t>
            </a:r>
          </a:p>
          <a:p>
            <a:pPr algn="just"/>
            <a:r>
              <a:rPr lang="en-IN" sz="2800" dirty="0"/>
              <a:t> </a:t>
            </a:r>
          </a:p>
          <a:p>
            <a:pPr lvl="0" algn="just"/>
            <a:r>
              <a:rPr lang="en-IN" sz="2800" b="1" dirty="0"/>
              <a:t>Step </a:t>
            </a:r>
            <a:r>
              <a:rPr lang="en-IN" sz="2800" dirty="0"/>
              <a:t>5: Calculate </a:t>
            </a:r>
            <a:r>
              <a:rPr lang="en-IN" sz="2800" b="1" dirty="0"/>
              <a:t>Land Surface Temperature (LST).</a:t>
            </a:r>
          </a:p>
          <a:p>
            <a:pPr lvl="0" algn="just"/>
            <a:endParaRPr lang="en-IN" sz="2800" b="1" dirty="0"/>
          </a:p>
          <a:p>
            <a:pPr algn="ctr"/>
            <a:r>
              <a:rPr lang="en-IN" sz="2800" b="1" dirty="0">
                <a:solidFill>
                  <a:srgbClr val="990000"/>
                </a:solidFill>
              </a:rPr>
              <a:t>LST= (BT/(1+(0.00115*BT/P)*in(e))</a:t>
            </a:r>
          </a:p>
          <a:p>
            <a:pPr algn="just"/>
            <a:r>
              <a:rPr lang="en-IN" sz="2800" dirty="0"/>
              <a:t>Where, BT is brightness temperature; ε is emissivity; P= 1.4388 </a:t>
            </a:r>
          </a:p>
        </p:txBody>
      </p:sp>
      <p:sp>
        <p:nvSpPr>
          <p:cNvPr id="32" name="TextBox 31"/>
          <p:cNvSpPr txBox="1"/>
          <p:nvPr/>
        </p:nvSpPr>
        <p:spPr>
          <a:xfrm>
            <a:off x="6478278" y="23458509"/>
            <a:ext cx="3990832" cy="769441"/>
          </a:xfrm>
          <a:prstGeom prst="rect">
            <a:avLst/>
          </a:prstGeom>
          <a:noFill/>
          <a:ln w="38100">
            <a:no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IN" sz="4400" b="1" dirty="0">
                <a:solidFill>
                  <a:schemeClr val="bg1"/>
                </a:solidFill>
              </a:rPr>
              <a:t>METHODOLOGY</a:t>
            </a:r>
          </a:p>
        </p:txBody>
      </p:sp>
      <p:sp>
        <p:nvSpPr>
          <p:cNvPr id="33" name="TextBox 32"/>
          <p:cNvSpPr txBox="1"/>
          <p:nvPr/>
        </p:nvSpPr>
        <p:spPr>
          <a:xfrm>
            <a:off x="22850437" y="6061289"/>
            <a:ext cx="3769806" cy="769441"/>
          </a:xfrm>
          <a:prstGeom prst="rect">
            <a:avLst/>
          </a:prstGeom>
          <a:noFill/>
          <a:ln w="38100">
            <a:no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IN" sz="4400" b="1" dirty="0">
                <a:solidFill>
                  <a:schemeClr val="bg1"/>
                </a:solidFill>
              </a:rPr>
              <a:t>RESULTS</a:t>
            </a:r>
          </a:p>
        </p:txBody>
      </p:sp>
      <p:pic>
        <p:nvPicPr>
          <p:cNvPr id="34" name="Picture 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8801211" y="6752496"/>
            <a:ext cx="11884893" cy="8038672"/>
          </a:xfrm>
          <a:prstGeom prst="rect">
            <a:avLst/>
          </a:prstGeom>
          <a:ln w="19050">
            <a:solidFill>
              <a:schemeClr val="tx1"/>
            </a:solidFill>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35" name="TextBox 34"/>
          <p:cNvSpPr txBox="1"/>
          <p:nvPr/>
        </p:nvSpPr>
        <p:spPr>
          <a:xfrm>
            <a:off x="23015064" y="23258454"/>
            <a:ext cx="4055485" cy="400110"/>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IN" sz="2000" b="1" i="1" dirty="0"/>
              <a:t>Figure 2: </a:t>
            </a:r>
            <a:r>
              <a:rPr lang="en-IN" sz="2000" dirty="0"/>
              <a:t>2013 &amp; 2022 LST Map</a:t>
            </a:r>
            <a:r>
              <a:rPr lang="en-IN" sz="2000" b="1" i="1" dirty="0"/>
              <a:t> </a:t>
            </a:r>
          </a:p>
        </p:txBody>
      </p:sp>
      <p:pic>
        <p:nvPicPr>
          <p:cNvPr id="36" name="Picture 4"/>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8801211" y="15206976"/>
            <a:ext cx="11893211" cy="7904440"/>
          </a:xfrm>
          <a:prstGeom prst="rect">
            <a:avLst/>
          </a:prstGeom>
          <a:ln w="19050">
            <a:solidFill>
              <a:schemeClr val="tx1"/>
            </a:solidFill>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graphicFrame>
        <p:nvGraphicFramePr>
          <p:cNvPr id="37" name="Table 36"/>
          <p:cNvGraphicFramePr>
            <a:graphicFrameLocks noGrp="1"/>
          </p:cNvGraphicFramePr>
          <p:nvPr>
            <p:extLst>
              <p:ext uri="{D42A27DB-BD31-4B8C-83A1-F6EECF244321}">
                <p14:modId xmlns:p14="http://schemas.microsoft.com/office/powerpoint/2010/main" val="334180411"/>
              </p:ext>
            </p:extLst>
          </p:nvPr>
        </p:nvGraphicFramePr>
        <p:xfrm>
          <a:off x="18146241" y="23978964"/>
          <a:ext cx="13376921" cy="3966149"/>
        </p:xfrm>
        <a:graphic>
          <a:graphicData uri="http://schemas.openxmlformats.org/drawingml/2006/table">
            <a:tbl>
              <a:tblPr firstRow="1" firstCol="1" bandRow="1">
                <a:tableStyleId>{7DF18680-E054-41AD-8BC1-D1AEF772440D}</a:tableStyleId>
              </a:tblPr>
              <a:tblGrid>
                <a:gridCol w="2718622">
                  <a:extLst>
                    <a:ext uri="{9D8B030D-6E8A-4147-A177-3AD203B41FA5}">
                      <a16:colId xmlns:a16="http://schemas.microsoft.com/office/drawing/2014/main" val="20000"/>
                    </a:ext>
                  </a:extLst>
                </a:gridCol>
                <a:gridCol w="2794122">
                  <a:extLst>
                    <a:ext uri="{9D8B030D-6E8A-4147-A177-3AD203B41FA5}">
                      <a16:colId xmlns:a16="http://schemas.microsoft.com/office/drawing/2014/main" val="20001"/>
                    </a:ext>
                  </a:extLst>
                </a:gridCol>
                <a:gridCol w="2794122">
                  <a:extLst>
                    <a:ext uri="{9D8B030D-6E8A-4147-A177-3AD203B41FA5}">
                      <a16:colId xmlns:a16="http://schemas.microsoft.com/office/drawing/2014/main" val="20002"/>
                    </a:ext>
                  </a:extLst>
                </a:gridCol>
                <a:gridCol w="2634457">
                  <a:extLst>
                    <a:ext uri="{9D8B030D-6E8A-4147-A177-3AD203B41FA5}">
                      <a16:colId xmlns:a16="http://schemas.microsoft.com/office/drawing/2014/main" val="20003"/>
                    </a:ext>
                  </a:extLst>
                </a:gridCol>
                <a:gridCol w="2435598">
                  <a:extLst>
                    <a:ext uri="{9D8B030D-6E8A-4147-A177-3AD203B41FA5}">
                      <a16:colId xmlns:a16="http://schemas.microsoft.com/office/drawing/2014/main" val="20004"/>
                    </a:ext>
                  </a:extLst>
                </a:gridCol>
              </a:tblGrid>
              <a:tr h="437757">
                <a:tc rowSpan="2">
                  <a:txBody>
                    <a:bodyPr/>
                    <a:lstStyle/>
                    <a:p>
                      <a:pPr algn="ctr">
                        <a:lnSpc>
                          <a:spcPct val="115000"/>
                        </a:lnSpc>
                        <a:spcAft>
                          <a:spcPts val="0"/>
                        </a:spcAft>
                      </a:pPr>
                      <a:r>
                        <a:rPr lang="en-IN" sz="2400" dirty="0">
                          <a:effectLst/>
                        </a:rPr>
                        <a:t>S No.</a:t>
                      </a:r>
                      <a:endParaRPr lang="en-IN" sz="2400" dirty="0">
                        <a:effectLst/>
                        <a:latin typeface="Calibri"/>
                        <a:ea typeface="Calibri"/>
                        <a:cs typeface="Mangal"/>
                      </a:endParaRPr>
                    </a:p>
                  </a:txBody>
                  <a:tcPr marL="205740" marR="205740" marT="0" marB="0" anchor="ctr"/>
                </a:tc>
                <a:tc gridSpan="2">
                  <a:txBody>
                    <a:bodyPr/>
                    <a:lstStyle/>
                    <a:p>
                      <a:pPr algn="ctr">
                        <a:lnSpc>
                          <a:spcPct val="115000"/>
                        </a:lnSpc>
                        <a:spcAft>
                          <a:spcPts val="0"/>
                        </a:spcAft>
                      </a:pPr>
                      <a:r>
                        <a:rPr lang="en-IN" sz="2600" dirty="0">
                          <a:effectLst/>
                        </a:rPr>
                        <a:t>Location</a:t>
                      </a:r>
                      <a:endParaRPr lang="en-IN" sz="2600" dirty="0">
                        <a:effectLst/>
                        <a:latin typeface="Calibri"/>
                        <a:ea typeface="Calibri"/>
                        <a:cs typeface="Mangal"/>
                      </a:endParaRPr>
                    </a:p>
                  </a:txBody>
                  <a:tcPr marL="205740" marR="205740" marT="0" marB="0" anchor="ctr"/>
                </a:tc>
                <a:tc hMerge="1">
                  <a:txBody>
                    <a:bodyPr/>
                    <a:lstStyle/>
                    <a:p>
                      <a:endParaRPr lang="en-IN"/>
                    </a:p>
                  </a:txBody>
                  <a:tcPr/>
                </a:tc>
                <a:tc gridSpan="2">
                  <a:txBody>
                    <a:bodyPr/>
                    <a:lstStyle/>
                    <a:p>
                      <a:pPr algn="ctr">
                        <a:lnSpc>
                          <a:spcPct val="115000"/>
                        </a:lnSpc>
                        <a:spcAft>
                          <a:spcPts val="0"/>
                        </a:spcAft>
                      </a:pPr>
                      <a:r>
                        <a:rPr lang="en-IN" sz="2600" dirty="0">
                          <a:effectLst/>
                        </a:rPr>
                        <a:t>Change in Temperature (°C)</a:t>
                      </a:r>
                      <a:endParaRPr lang="en-IN" sz="2600" dirty="0">
                        <a:effectLst/>
                        <a:latin typeface="Calibri"/>
                        <a:ea typeface="Calibri"/>
                        <a:cs typeface="Mangal"/>
                      </a:endParaRPr>
                    </a:p>
                  </a:txBody>
                  <a:tcPr marL="205740" marR="205740" marT="0" marB="0" anchor="ctr"/>
                </a:tc>
                <a:tc hMerge="1">
                  <a:txBody>
                    <a:bodyPr/>
                    <a:lstStyle/>
                    <a:p>
                      <a:endParaRPr lang="en-IN"/>
                    </a:p>
                  </a:txBody>
                  <a:tcPr/>
                </a:tc>
                <a:extLst>
                  <a:ext uri="{0D108BD9-81ED-4DB2-BD59-A6C34878D82A}">
                    <a16:rowId xmlns:a16="http://schemas.microsoft.com/office/drawing/2014/main" val="10000"/>
                  </a:ext>
                </a:extLst>
              </a:tr>
              <a:tr h="432048">
                <a:tc vMerge="1">
                  <a:txBody>
                    <a:bodyPr/>
                    <a:lstStyle/>
                    <a:p>
                      <a:endParaRPr lang="en-IN"/>
                    </a:p>
                  </a:txBody>
                  <a:tcPr/>
                </a:tc>
                <a:tc>
                  <a:txBody>
                    <a:bodyPr/>
                    <a:lstStyle/>
                    <a:p>
                      <a:pPr algn="ctr">
                        <a:lnSpc>
                          <a:spcPct val="115000"/>
                        </a:lnSpc>
                        <a:spcAft>
                          <a:spcPts val="0"/>
                        </a:spcAft>
                      </a:pPr>
                      <a:r>
                        <a:rPr lang="en-IN" sz="2400" dirty="0">
                          <a:effectLst/>
                        </a:rPr>
                        <a:t>Latitude</a:t>
                      </a:r>
                      <a:endParaRPr lang="en-IN" sz="2400" dirty="0">
                        <a:effectLst/>
                        <a:latin typeface="Calibri"/>
                        <a:ea typeface="Calibri"/>
                        <a:cs typeface="Mangal"/>
                      </a:endParaRPr>
                    </a:p>
                  </a:txBody>
                  <a:tcPr marL="205740" marR="205740" marT="0" marB="0" anchor="ctr"/>
                </a:tc>
                <a:tc>
                  <a:txBody>
                    <a:bodyPr/>
                    <a:lstStyle/>
                    <a:p>
                      <a:pPr algn="ctr">
                        <a:lnSpc>
                          <a:spcPct val="115000"/>
                        </a:lnSpc>
                        <a:spcAft>
                          <a:spcPts val="0"/>
                        </a:spcAft>
                      </a:pPr>
                      <a:r>
                        <a:rPr lang="en-IN" sz="2400" dirty="0">
                          <a:effectLst/>
                        </a:rPr>
                        <a:t>Longitude</a:t>
                      </a:r>
                      <a:endParaRPr lang="en-IN" sz="2400" dirty="0">
                        <a:effectLst/>
                        <a:latin typeface="Calibri"/>
                        <a:ea typeface="Calibri"/>
                        <a:cs typeface="Mangal"/>
                      </a:endParaRPr>
                    </a:p>
                  </a:txBody>
                  <a:tcPr marL="205740" marR="205740" marT="0" marB="0" anchor="ctr"/>
                </a:tc>
                <a:tc>
                  <a:txBody>
                    <a:bodyPr/>
                    <a:lstStyle/>
                    <a:p>
                      <a:pPr algn="ctr">
                        <a:lnSpc>
                          <a:spcPct val="115000"/>
                        </a:lnSpc>
                        <a:spcAft>
                          <a:spcPts val="0"/>
                        </a:spcAft>
                      </a:pPr>
                      <a:r>
                        <a:rPr lang="en-IN" sz="2400" dirty="0">
                          <a:effectLst/>
                        </a:rPr>
                        <a:t>2013</a:t>
                      </a:r>
                      <a:endParaRPr lang="en-IN" sz="2400" dirty="0">
                        <a:effectLst/>
                        <a:latin typeface="Calibri"/>
                        <a:ea typeface="Calibri"/>
                        <a:cs typeface="Mangal"/>
                      </a:endParaRPr>
                    </a:p>
                  </a:txBody>
                  <a:tcPr marL="205740" marR="205740" marT="0" marB="0" anchor="ctr"/>
                </a:tc>
                <a:tc>
                  <a:txBody>
                    <a:bodyPr/>
                    <a:lstStyle/>
                    <a:p>
                      <a:pPr algn="ctr">
                        <a:lnSpc>
                          <a:spcPct val="115000"/>
                        </a:lnSpc>
                        <a:spcAft>
                          <a:spcPts val="0"/>
                        </a:spcAft>
                      </a:pPr>
                      <a:r>
                        <a:rPr lang="en-IN" sz="2400" dirty="0">
                          <a:effectLst/>
                        </a:rPr>
                        <a:t>2022</a:t>
                      </a:r>
                      <a:endParaRPr lang="en-IN" sz="2400" dirty="0">
                        <a:effectLst/>
                        <a:latin typeface="Calibri"/>
                        <a:ea typeface="Calibri"/>
                        <a:cs typeface="Mangal"/>
                      </a:endParaRPr>
                    </a:p>
                  </a:txBody>
                  <a:tcPr marL="205740" marR="205740" marT="0" marB="0" anchor="ctr"/>
                </a:tc>
                <a:extLst>
                  <a:ext uri="{0D108BD9-81ED-4DB2-BD59-A6C34878D82A}">
                    <a16:rowId xmlns:a16="http://schemas.microsoft.com/office/drawing/2014/main" val="10001"/>
                  </a:ext>
                </a:extLst>
              </a:tr>
              <a:tr h="576064">
                <a:tc>
                  <a:txBody>
                    <a:bodyPr/>
                    <a:lstStyle/>
                    <a:p>
                      <a:pPr algn="ctr">
                        <a:lnSpc>
                          <a:spcPct val="115000"/>
                        </a:lnSpc>
                        <a:spcAft>
                          <a:spcPts val="0"/>
                        </a:spcAft>
                      </a:pPr>
                      <a:r>
                        <a:rPr lang="en-IN" sz="2400" dirty="0">
                          <a:effectLst/>
                        </a:rPr>
                        <a:t>Point 1</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26°35'49.8"N </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80°01'17.4"E</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37.9546</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43.3977</a:t>
                      </a:r>
                      <a:endParaRPr lang="en-IN" sz="2400" dirty="0">
                        <a:effectLst/>
                        <a:latin typeface="Calibri"/>
                        <a:ea typeface="Calibri"/>
                        <a:cs typeface="Mangal"/>
                      </a:endParaRPr>
                    </a:p>
                  </a:txBody>
                  <a:tcPr marL="205740" marR="205740" marT="0" marB="0" anchor="ctr"/>
                </a:tc>
                <a:extLst>
                  <a:ext uri="{0D108BD9-81ED-4DB2-BD59-A6C34878D82A}">
                    <a16:rowId xmlns:a16="http://schemas.microsoft.com/office/drawing/2014/main" val="10002"/>
                  </a:ext>
                </a:extLst>
              </a:tr>
              <a:tr h="576064">
                <a:tc>
                  <a:txBody>
                    <a:bodyPr/>
                    <a:lstStyle/>
                    <a:p>
                      <a:pPr algn="ctr">
                        <a:lnSpc>
                          <a:spcPct val="115000"/>
                        </a:lnSpc>
                        <a:spcAft>
                          <a:spcPts val="0"/>
                        </a:spcAft>
                      </a:pPr>
                      <a:r>
                        <a:rPr lang="en-IN" sz="2400" dirty="0">
                          <a:effectLst/>
                        </a:rPr>
                        <a:t>Point 2</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a:effectLst/>
                        </a:rPr>
                        <a:t>26°32'23.5"N</a:t>
                      </a:r>
                      <a:endParaRPr lang="en-IN" sz="240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80°02'31.7"E</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39.2387</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43.6547</a:t>
                      </a:r>
                      <a:endParaRPr lang="en-IN" sz="2400" dirty="0">
                        <a:effectLst/>
                        <a:latin typeface="Calibri"/>
                        <a:ea typeface="Calibri"/>
                        <a:cs typeface="Mangal"/>
                      </a:endParaRPr>
                    </a:p>
                  </a:txBody>
                  <a:tcPr marL="205740" marR="205740" marT="0" marB="0" anchor="b"/>
                </a:tc>
                <a:extLst>
                  <a:ext uri="{0D108BD9-81ED-4DB2-BD59-A6C34878D82A}">
                    <a16:rowId xmlns:a16="http://schemas.microsoft.com/office/drawing/2014/main" val="10003"/>
                  </a:ext>
                </a:extLst>
              </a:tr>
              <a:tr h="504056">
                <a:tc>
                  <a:txBody>
                    <a:bodyPr/>
                    <a:lstStyle/>
                    <a:p>
                      <a:pPr algn="ctr">
                        <a:lnSpc>
                          <a:spcPct val="115000"/>
                        </a:lnSpc>
                        <a:spcAft>
                          <a:spcPts val="0"/>
                        </a:spcAft>
                      </a:pPr>
                      <a:r>
                        <a:rPr lang="en-IN" sz="2400" dirty="0">
                          <a:effectLst/>
                        </a:rPr>
                        <a:t>Point 3</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a:effectLst/>
                        </a:rPr>
                        <a:t>26°29'22.5"N</a:t>
                      </a:r>
                      <a:endParaRPr lang="en-IN" sz="240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80°00'52.5"E</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38.5326</a:t>
                      </a:r>
                      <a:endParaRPr lang="en-IN" sz="2400" dirty="0">
                        <a:effectLst/>
                        <a:latin typeface="Calibri"/>
                        <a:ea typeface="Calibri"/>
                        <a:cs typeface="Mangal"/>
                      </a:endParaRPr>
                    </a:p>
                  </a:txBody>
                  <a:tcPr marL="205740" marR="205740" marT="0" marB="0" anchor="ctr"/>
                </a:tc>
                <a:tc>
                  <a:txBody>
                    <a:bodyPr/>
                    <a:lstStyle/>
                    <a:p>
                      <a:pPr algn="ctr">
                        <a:lnSpc>
                          <a:spcPct val="115000"/>
                        </a:lnSpc>
                        <a:spcAft>
                          <a:spcPts val="0"/>
                        </a:spcAft>
                      </a:pPr>
                      <a:r>
                        <a:rPr lang="en-IN" sz="2400" dirty="0">
                          <a:effectLst/>
                        </a:rPr>
                        <a:t>43.5344</a:t>
                      </a:r>
                      <a:endParaRPr lang="en-IN" sz="2400" dirty="0">
                        <a:effectLst/>
                        <a:latin typeface="Calibri"/>
                        <a:ea typeface="Calibri"/>
                        <a:cs typeface="Mangal"/>
                      </a:endParaRPr>
                    </a:p>
                  </a:txBody>
                  <a:tcPr marL="205740" marR="205740" marT="0" marB="0" anchor="b"/>
                </a:tc>
                <a:extLst>
                  <a:ext uri="{0D108BD9-81ED-4DB2-BD59-A6C34878D82A}">
                    <a16:rowId xmlns:a16="http://schemas.microsoft.com/office/drawing/2014/main" val="10004"/>
                  </a:ext>
                </a:extLst>
              </a:tr>
              <a:tr h="504056">
                <a:tc>
                  <a:txBody>
                    <a:bodyPr/>
                    <a:lstStyle/>
                    <a:p>
                      <a:pPr algn="ctr">
                        <a:lnSpc>
                          <a:spcPct val="115000"/>
                        </a:lnSpc>
                        <a:spcAft>
                          <a:spcPts val="0"/>
                        </a:spcAft>
                      </a:pPr>
                      <a:r>
                        <a:rPr lang="en-IN" sz="2400" dirty="0">
                          <a:effectLst/>
                        </a:rPr>
                        <a:t>Point 4</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a:effectLst/>
                        </a:rPr>
                        <a:t>26°22'34.1"N </a:t>
                      </a:r>
                      <a:endParaRPr lang="en-IN" sz="240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a:effectLst/>
                        </a:rPr>
                        <a:t>79°56'36.1"E</a:t>
                      </a:r>
                      <a:endParaRPr lang="en-IN" sz="240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44.5337</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36.3869</a:t>
                      </a:r>
                      <a:endParaRPr lang="en-IN" sz="2400" dirty="0">
                        <a:effectLst/>
                        <a:latin typeface="Calibri"/>
                        <a:ea typeface="Calibri"/>
                        <a:cs typeface="Mangal"/>
                      </a:endParaRPr>
                    </a:p>
                  </a:txBody>
                  <a:tcPr marL="205740" marR="205740" marT="0" marB="0" anchor="b"/>
                </a:tc>
                <a:extLst>
                  <a:ext uri="{0D108BD9-81ED-4DB2-BD59-A6C34878D82A}">
                    <a16:rowId xmlns:a16="http://schemas.microsoft.com/office/drawing/2014/main" val="10005"/>
                  </a:ext>
                </a:extLst>
              </a:tr>
              <a:tr h="504056">
                <a:tc>
                  <a:txBody>
                    <a:bodyPr/>
                    <a:lstStyle/>
                    <a:p>
                      <a:pPr algn="ctr">
                        <a:lnSpc>
                          <a:spcPct val="115000"/>
                        </a:lnSpc>
                        <a:spcAft>
                          <a:spcPts val="0"/>
                        </a:spcAft>
                      </a:pPr>
                      <a:r>
                        <a:rPr lang="en-IN" sz="2400" dirty="0">
                          <a:effectLst/>
                        </a:rPr>
                        <a:t>Point 5</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a:effectLst/>
                        </a:rPr>
                        <a:t>26°18'48.0"N</a:t>
                      </a:r>
                      <a:endParaRPr lang="en-IN" sz="240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a:effectLst/>
                        </a:rPr>
                        <a:t>80°06'33.3"E</a:t>
                      </a:r>
                      <a:endParaRPr lang="en-IN" sz="240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44.3413</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36.0271</a:t>
                      </a:r>
                      <a:endParaRPr lang="en-IN" sz="2400" dirty="0">
                        <a:effectLst/>
                        <a:latin typeface="Calibri"/>
                        <a:ea typeface="Calibri"/>
                        <a:cs typeface="Mangal"/>
                      </a:endParaRPr>
                    </a:p>
                  </a:txBody>
                  <a:tcPr marL="205740" marR="205740" marT="0" marB="0" anchor="b"/>
                </a:tc>
                <a:extLst>
                  <a:ext uri="{0D108BD9-81ED-4DB2-BD59-A6C34878D82A}">
                    <a16:rowId xmlns:a16="http://schemas.microsoft.com/office/drawing/2014/main" val="10006"/>
                  </a:ext>
                </a:extLst>
              </a:tr>
              <a:tr h="432048">
                <a:tc>
                  <a:txBody>
                    <a:bodyPr/>
                    <a:lstStyle/>
                    <a:p>
                      <a:pPr algn="ctr">
                        <a:lnSpc>
                          <a:spcPct val="115000"/>
                        </a:lnSpc>
                        <a:spcAft>
                          <a:spcPts val="0"/>
                        </a:spcAft>
                      </a:pPr>
                      <a:r>
                        <a:rPr lang="en-IN" sz="2400" dirty="0">
                          <a:effectLst/>
                        </a:rPr>
                        <a:t>Point 6</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a:effectLst/>
                        </a:rPr>
                        <a:t>26°17'17.8"N</a:t>
                      </a:r>
                      <a:endParaRPr lang="en-IN" sz="240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80°02'52.2"E</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44.0207</a:t>
                      </a:r>
                      <a:endParaRPr lang="en-IN" sz="2400" dirty="0">
                        <a:effectLst/>
                        <a:latin typeface="Calibri"/>
                        <a:ea typeface="Calibri"/>
                        <a:cs typeface="Mangal"/>
                      </a:endParaRPr>
                    </a:p>
                  </a:txBody>
                  <a:tcPr marL="205740" marR="205740" marT="0" marB="0" anchor="b"/>
                </a:tc>
                <a:tc>
                  <a:txBody>
                    <a:bodyPr/>
                    <a:lstStyle/>
                    <a:p>
                      <a:pPr algn="ctr">
                        <a:lnSpc>
                          <a:spcPct val="115000"/>
                        </a:lnSpc>
                        <a:spcAft>
                          <a:spcPts val="0"/>
                        </a:spcAft>
                      </a:pPr>
                      <a:r>
                        <a:rPr lang="en-IN" sz="2400" dirty="0">
                          <a:effectLst/>
                        </a:rPr>
                        <a:t>37.1446</a:t>
                      </a:r>
                      <a:endParaRPr lang="en-IN" sz="2400" dirty="0">
                        <a:effectLst/>
                        <a:latin typeface="Calibri"/>
                        <a:ea typeface="Calibri"/>
                        <a:cs typeface="Mangal"/>
                      </a:endParaRPr>
                    </a:p>
                  </a:txBody>
                  <a:tcPr marL="205740" marR="205740" marT="0" marB="0" anchor="b"/>
                </a:tc>
                <a:extLst>
                  <a:ext uri="{0D108BD9-81ED-4DB2-BD59-A6C34878D82A}">
                    <a16:rowId xmlns:a16="http://schemas.microsoft.com/office/drawing/2014/main" val="10007"/>
                  </a:ext>
                </a:extLst>
              </a:tr>
            </a:tbl>
          </a:graphicData>
        </a:graphic>
      </p:graphicFrame>
      <p:sp>
        <p:nvSpPr>
          <p:cNvPr id="38" name="TextBox 37"/>
          <p:cNvSpPr txBox="1"/>
          <p:nvPr/>
        </p:nvSpPr>
        <p:spPr>
          <a:xfrm>
            <a:off x="22063335" y="27964895"/>
            <a:ext cx="5969361" cy="400111"/>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IN" sz="2000" b="1" i="1" dirty="0"/>
              <a:t>Table 1: </a:t>
            </a:r>
            <a:r>
              <a:rPr lang="en-IN" sz="2000" dirty="0"/>
              <a:t>Comparison between LST in 2013 &amp; 2022 </a:t>
            </a:r>
            <a:endParaRPr lang="en-IN" sz="2000" b="1" i="1" dirty="0"/>
          </a:p>
        </p:txBody>
      </p:sp>
      <p:grpSp>
        <p:nvGrpSpPr>
          <p:cNvPr id="39" name="Group 38"/>
          <p:cNvGrpSpPr/>
          <p:nvPr/>
        </p:nvGrpSpPr>
        <p:grpSpPr>
          <a:xfrm>
            <a:off x="17299561" y="28560887"/>
            <a:ext cx="14845875" cy="4524316"/>
            <a:chOff x="17529221" y="30038215"/>
            <a:chExt cx="14845875" cy="4524316"/>
          </a:xfrm>
        </p:grpSpPr>
        <p:sp>
          <p:nvSpPr>
            <p:cNvPr id="40" name="TextBox 39"/>
            <p:cNvSpPr txBox="1"/>
            <p:nvPr/>
          </p:nvSpPr>
          <p:spPr>
            <a:xfrm>
              <a:off x="23348447" y="30038215"/>
              <a:ext cx="3848037" cy="769441"/>
            </a:xfrm>
            <a:prstGeom prst="rect">
              <a:avLst/>
            </a:prstGeom>
            <a:noFill/>
            <a:ln w="38100">
              <a:no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IN" sz="4400" b="1" dirty="0">
                  <a:solidFill>
                    <a:schemeClr val="bg1"/>
                  </a:solidFill>
                </a:rPr>
                <a:t>CONCLUSION</a:t>
              </a:r>
            </a:p>
          </p:txBody>
        </p:sp>
        <p:sp>
          <p:nvSpPr>
            <p:cNvPr id="41" name="TextBox 40"/>
            <p:cNvSpPr txBox="1"/>
            <p:nvPr/>
          </p:nvSpPr>
          <p:spPr>
            <a:xfrm>
              <a:off x="17529221" y="30807657"/>
              <a:ext cx="14845875" cy="3754874"/>
            </a:xfrm>
            <a:prstGeom prst="rect">
              <a:avLst/>
            </a:prstGeom>
            <a:solidFill>
              <a:schemeClr val="bg1"/>
            </a:solidFill>
            <a:ln w="28575">
              <a:solidFill>
                <a:schemeClr val="bg1"/>
              </a:solid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just"/>
              <a:r>
                <a:rPr lang="en-IN" sz="3400" dirty="0"/>
                <a:t>There is overall rise in the land surface temperature (LST) from 2013 to 2022. There may be a lot of factor influencing the rise in LST approximately from 29°C up to 48°C.</a:t>
              </a:r>
            </a:p>
            <a:p>
              <a:pPr algn="just"/>
              <a:r>
                <a:rPr lang="en-IN" sz="3400" dirty="0"/>
                <a:t>This will impact the microbial degradation of pollutants in and around Rania Khanchandpur. Further increasing land surface temperature will create water stress conditions which will ultimately impact the growth of natural vegetation which may be helpful in hydro remediation.</a:t>
              </a:r>
            </a:p>
          </p:txBody>
        </p:sp>
      </p:grpSp>
      <p:grpSp>
        <p:nvGrpSpPr>
          <p:cNvPr id="42" name="Group 41"/>
          <p:cNvGrpSpPr/>
          <p:nvPr/>
        </p:nvGrpSpPr>
        <p:grpSpPr>
          <a:xfrm>
            <a:off x="17299561" y="33412012"/>
            <a:ext cx="14845875" cy="3416320"/>
            <a:chOff x="3451632" y="34163010"/>
            <a:chExt cx="14845875" cy="3416320"/>
          </a:xfrm>
        </p:grpSpPr>
        <p:sp>
          <p:nvSpPr>
            <p:cNvPr id="43" name="TextBox 42"/>
            <p:cNvSpPr txBox="1"/>
            <p:nvPr/>
          </p:nvSpPr>
          <p:spPr>
            <a:xfrm>
              <a:off x="3451632" y="34870896"/>
              <a:ext cx="14845875" cy="2708434"/>
            </a:xfrm>
            <a:prstGeom prst="rect">
              <a:avLst/>
            </a:prstGeom>
            <a:solidFill>
              <a:schemeClr val="bg1"/>
            </a:solidFill>
            <a:ln w="38100">
              <a:solidFill>
                <a:schemeClr val="bg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pPr marL="457200" indent="-457200" algn="just">
                <a:buFont typeface="Wingdings" pitchFamily="2" charset="2"/>
                <a:buChar char="v"/>
              </a:pPr>
              <a:r>
                <a:rPr lang="en-IN" sz="3400" b="1" dirty="0">
                  <a:solidFill>
                    <a:schemeClr val="tx1"/>
                  </a:solidFill>
                </a:rPr>
                <a:t>This is the first attempt to investigate contaminated site and its hydrometeorological conditions with special focus on Land Surface Temperature (LST) changes.</a:t>
              </a:r>
            </a:p>
            <a:p>
              <a:pPr marL="457200" indent="-457200" algn="just">
                <a:buFont typeface="Wingdings" pitchFamily="2" charset="2"/>
                <a:buChar char="v"/>
              </a:pPr>
              <a:r>
                <a:rPr lang="en-IN" sz="3400" b="1" dirty="0">
                  <a:solidFill>
                    <a:schemeClr val="tx1"/>
                  </a:solidFill>
                </a:rPr>
                <a:t>Linking surface temperature change to the geochemistry, soil moisture and hydrological processes of contaminated sites under varying climatic conditions.</a:t>
              </a:r>
            </a:p>
          </p:txBody>
        </p:sp>
        <p:sp>
          <p:nvSpPr>
            <p:cNvPr id="44" name="TextBox 43"/>
            <p:cNvSpPr txBox="1"/>
            <p:nvPr/>
          </p:nvSpPr>
          <p:spPr>
            <a:xfrm>
              <a:off x="6098155" y="34163010"/>
              <a:ext cx="9603464" cy="707886"/>
            </a:xfrm>
            <a:prstGeom prst="rect">
              <a:avLst/>
            </a:prstGeom>
            <a:noFill/>
            <a:ln w="38100">
              <a:noFill/>
            </a:ln>
          </p:spPr>
          <p:txBody>
            <a:bodyPr wrap="square" rtlCol="0">
              <a:spAutoFit/>
            </a:bodyPr>
            <a:lstStyle/>
            <a:p>
              <a:pPr algn="ctr"/>
              <a:r>
                <a:rPr lang="en-IN" sz="4000" b="1" dirty="0">
                  <a:solidFill>
                    <a:schemeClr val="bg1"/>
                  </a:solidFill>
                </a:rPr>
                <a:t>INNOVATION &amp; POTENTIAL OF THE WORK</a:t>
              </a:r>
            </a:p>
          </p:txBody>
        </p:sp>
      </p:grpSp>
      <p:sp>
        <p:nvSpPr>
          <p:cNvPr id="46" name="TextBox 45"/>
          <p:cNvSpPr txBox="1"/>
          <p:nvPr/>
        </p:nvSpPr>
        <p:spPr>
          <a:xfrm>
            <a:off x="17296972" y="37792306"/>
            <a:ext cx="14845824" cy="2308324"/>
          </a:xfrm>
          <a:prstGeom prst="rect">
            <a:avLst/>
          </a:prstGeom>
          <a:solidFill>
            <a:schemeClr val="bg1"/>
          </a:solidFill>
          <a:ln>
            <a:solidFill>
              <a:schemeClr val="bg1"/>
            </a:solidFill>
          </a:ln>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fontAlgn="base"/>
            <a:r>
              <a:rPr lang="en-US" sz="4800" dirty="0">
                <a:solidFill>
                  <a:schemeClr val="tx1"/>
                </a:solidFill>
              </a:rPr>
              <a:t>The fund received from the SERB as prestigious Ramanujan Fellowship to Dr. Pankaj Gupta (RJF/2021/100159) is well Acknowledged.</a:t>
            </a:r>
          </a:p>
        </p:txBody>
      </p:sp>
      <p:pic>
        <p:nvPicPr>
          <p:cNvPr id="47" name="Picture 4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9951925" y="2326575"/>
            <a:ext cx="2190871" cy="2190871"/>
          </a:xfrm>
          <a:prstGeom prst="rect">
            <a:avLst/>
          </a:prstGeom>
        </p:spPr>
      </p:pic>
      <p:sp>
        <p:nvSpPr>
          <p:cNvPr id="48" name="TextBox 47"/>
          <p:cNvSpPr txBox="1"/>
          <p:nvPr/>
        </p:nvSpPr>
        <p:spPr>
          <a:xfrm>
            <a:off x="22063335" y="37084420"/>
            <a:ext cx="5040560" cy="707886"/>
          </a:xfrm>
          <a:prstGeom prst="rect">
            <a:avLst/>
          </a:prstGeom>
          <a:noFill/>
          <a:ln w="57150">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4000" b="1" dirty="0">
                <a:solidFill>
                  <a:schemeClr val="bg1"/>
                </a:solidFill>
              </a:rPr>
              <a:t>AKNOWLEDGEMENT</a:t>
            </a:r>
          </a:p>
        </p:txBody>
      </p:sp>
    </p:spTree>
    <p:extLst>
      <p:ext uri="{BB962C8B-B14F-4D97-AF65-F5344CB8AC3E}">
        <p14:creationId xmlns:p14="http://schemas.microsoft.com/office/powerpoint/2010/main" val="1655836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a9ee03e0-b78c-4998-8bf4-79b266b85105}" enabled="1" method="Standard" siteId="{723a5a87-f39a-4a22-9247-3fc240c01396}" contentBits="0" removed="0"/>
</clbl:labelList>
</file>

<file path=docProps/app.xml><?xml version="1.0" encoding="utf-8"?>
<Properties xmlns="http://schemas.openxmlformats.org/officeDocument/2006/extended-properties" xmlns:vt="http://schemas.openxmlformats.org/officeDocument/2006/docPropsVTypes">
  <Template>Essential</Template>
  <TotalTime>122</TotalTime>
  <Words>749</Words>
  <Application>Microsoft Office PowerPoint</Application>
  <PresentationFormat>Custom</PresentationFormat>
  <Paragraphs>119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Bookman Old Style</vt:lpstr>
      <vt:lpstr>Calibri</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babys</dc:creator>
  <cp:lastModifiedBy>Pankaj  Kumar Gupta</cp:lastModifiedBy>
  <cp:revision>13</cp:revision>
  <dcterms:created xsi:type="dcterms:W3CDTF">2023-05-30T16:27:54Z</dcterms:created>
  <dcterms:modified xsi:type="dcterms:W3CDTF">2025-12-12T18:35:56Z</dcterms:modified>
</cp:coreProperties>
</file>